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072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3" r:id="rId6"/>
    <p:sldId id="261" r:id="rId7"/>
    <p:sldId id="280" r:id="rId8"/>
    <p:sldId id="264" r:id="rId9"/>
    <p:sldId id="260" r:id="rId10"/>
    <p:sldId id="265" r:id="rId11"/>
    <p:sldId id="279" r:id="rId12"/>
    <p:sldId id="282" r:id="rId13"/>
    <p:sldId id="267" r:id="rId14"/>
    <p:sldId id="278" r:id="rId15"/>
    <p:sldId id="281" r:id="rId16"/>
    <p:sldId id="283" r:id="rId17"/>
    <p:sldId id="271" r:id="rId18"/>
    <p:sldId id="284" r:id="rId19"/>
    <p:sldId id="277" r:id="rId20"/>
    <p:sldId id="275" r:id="rId21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3"/>
      <p:bold r:id="rId24"/>
      <p:italic r:id="rId25"/>
      <p:boldItalic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Wingdings 3" panose="05040102010807070707" pitchFamily="18" charset="2"/>
      <p:regular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i4XEdK4m12D9xn0uvDuFHYRMi9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C378"/>
    <a:srgbClr val="00CC66"/>
    <a:srgbClr val="93D34D"/>
    <a:srgbClr val="90D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72E1C-3989-4874-A521-A550C5F5A8D9}" v="29" dt="2025-10-16T00:39:04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652" autoAdjust="0"/>
  </p:normalViewPr>
  <p:slideViewPr>
    <p:cSldViewPr snapToGrid="0">
      <p:cViewPr varScale="1">
        <p:scale>
          <a:sx n="153" d="100"/>
          <a:sy n="153" d="100"/>
        </p:scale>
        <p:origin x="408" y="348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customschemas.google.com/relationships/presentationmetadata" Target="meta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DUFOUR" userId="1b510d786c1f9072" providerId="LiveId" clId="{C608B8E0-243F-4F3F-80BE-CCAFD2742F60}"/>
    <pc:docChg chg="undo custSel addSld delSld modSld sldOrd">
      <pc:chgData name="David DUFOUR" userId="1b510d786c1f9072" providerId="LiveId" clId="{C608B8E0-243F-4F3F-80BE-CCAFD2742F60}" dt="2025-10-16T00:54:34.240" v="6045" actId="207"/>
      <pc:docMkLst>
        <pc:docMk/>
      </pc:docMkLst>
      <pc:sldChg chg="modSp mod">
        <pc:chgData name="David DUFOUR" userId="1b510d786c1f9072" providerId="LiveId" clId="{C608B8E0-243F-4F3F-80BE-CCAFD2742F60}" dt="2025-09-19T06:56:32.367" v="1984" actId="20577"/>
        <pc:sldMkLst>
          <pc:docMk/>
          <pc:sldMk cId="0" sldId="256"/>
        </pc:sldMkLst>
        <pc:spChg chg="mod">
          <ac:chgData name="David DUFOUR" userId="1b510d786c1f9072" providerId="LiveId" clId="{C608B8E0-243F-4F3F-80BE-CCAFD2742F60}" dt="2025-09-19T06:56:27.571" v="1982" actId="20577"/>
          <ac:spMkLst>
            <pc:docMk/>
            <pc:sldMk cId="0" sldId="256"/>
            <ac:spMk id="56" creationId="{00000000-0000-0000-0000-000000000000}"/>
          </ac:spMkLst>
        </pc:spChg>
        <pc:spChg chg="mod">
          <ac:chgData name="David DUFOUR" userId="1b510d786c1f9072" providerId="LiveId" clId="{C608B8E0-243F-4F3F-80BE-CCAFD2742F60}" dt="2025-09-19T06:56:32.367" v="1984" actId="20577"/>
          <ac:spMkLst>
            <pc:docMk/>
            <pc:sldMk cId="0" sldId="256"/>
            <ac:spMk id="58" creationId="{00000000-0000-0000-0000-000000000000}"/>
          </ac:spMkLst>
        </pc:spChg>
      </pc:sldChg>
      <pc:sldChg chg="modSp mod">
        <pc:chgData name="David DUFOUR" userId="1b510d786c1f9072" providerId="LiveId" clId="{C608B8E0-243F-4F3F-80BE-CCAFD2742F60}" dt="2025-10-10T08:24:48.687" v="4965" actId="108"/>
        <pc:sldMkLst>
          <pc:docMk/>
          <pc:sldMk cId="0" sldId="257"/>
        </pc:sldMkLst>
        <pc:spChg chg="mod">
          <ac:chgData name="David DUFOUR" userId="1b510d786c1f9072" providerId="LiveId" clId="{C608B8E0-243F-4F3F-80BE-CCAFD2742F60}" dt="2025-10-10T08:24:48.687" v="4965" actId="108"/>
          <ac:spMkLst>
            <pc:docMk/>
            <pc:sldMk cId="0" sldId="257"/>
            <ac:spMk id="64" creationId="{00000000-0000-0000-0000-000000000000}"/>
          </ac:spMkLst>
        </pc:spChg>
      </pc:sldChg>
      <pc:sldChg chg="modSp mod">
        <pc:chgData name="David DUFOUR" userId="1b510d786c1f9072" providerId="LiveId" clId="{C608B8E0-243F-4F3F-80BE-CCAFD2742F60}" dt="2025-10-14T14:12:05.218" v="5013" actId="20577"/>
        <pc:sldMkLst>
          <pc:docMk/>
          <pc:sldMk cId="0" sldId="259"/>
        </pc:sldMkLst>
        <pc:spChg chg="mod">
          <ac:chgData name="David DUFOUR" userId="1b510d786c1f9072" providerId="LiveId" clId="{C608B8E0-243F-4F3F-80BE-CCAFD2742F60}" dt="2025-10-09T16:23:44.749" v="3888" actId="1076"/>
          <ac:spMkLst>
            <pc:docMk/>
            <pc:sldMk cId="0" sldId="259"/>
            <ac:spMk id="85" creationId="{00000000-0000-0000-0000-000000000000}"/>
          </ac:spMkLst>
        </pc:spChg>
        <pc:spChg chg="mod">
          <ac:chgData name="David DUFOUR" userId="1b510d786c1f9072" providerId="LiveId" clId="{C608B8E0-243F-4F3F-80BE-CCAFD2742F60}" dt="2025-10-09T16:07:59.049" v="3353" actId="1076"/>
          <ac:spMkLst>
            <pc:docMk/>
            <pc:sldMk cId="0" sldId="259"/>
            <ac:spMk id="86" creationId="{00000000-0000-0000-0000-000000000000}"/>
          </ac:spMkLst>
        </pc:spChg>
        <pc:spChg chg="mod">
          <ac:chgData name="David DUFOUR" userId="1b510d786c1f9072" providerId="LiveId" clId="{C608B8E0-243F-4F3F-80BE-CCAFD2742F60}" dt="2025-10-09T16:05:29.083" v="3351" actId="14100"/>
          <ac:spMkLst>
            <pc:docMk/>
            <pc:sldMk cId="0" sldId="259"/>
            <ac:spMk id="87" creationId="{00000000-0000-0000-0000-000000000000}"/>
          </ac:spMkLst>
        </pc:spChg>
        <pc:spChg chg="mod">
          <ac:chgData name="David DUFOUR" userId="1b510d786c1f9072" providerId="LiveId" clId="{C608B8E0-243F-4F3F-80BE-CCAFD2742F60}" dt="2025-10-09T16:08:04.683" v="3354" actId="1076"/>
          <ac:spMkLst>
            <pc:docMk/>
            <pc:sldMk cId="0" sldId="259"/>
            <ac:spMk id="88" creationId="{00000000-0000-0000-0000-000000000000}"/>
          </ac:spMkLst>
        </pc:spChg>
        <pc:spChg chg="mod">
          <ac:chgData name="David DUFOUR" userId="1b510d786c1f9072" providerId="LiveId" clId="{C608B8E0-243F-4F3F-80BE-CCAFD2742F60}" dt="2025-10-09T16:23:59.465" v="3891" actId="14100"/>
          <ac:spMkLst>
            <pc:docMk/>
            <pc:sldMk cId="0" sldId="259"/>
            <ac:spMk id="89" creationId="{00000000-0000-0000-0000-000000000000}"/>
          </ac:spMkLst>
        </pc:spChg>
        <pc:spChg chg="mod">
          <ac:chgData name="David DUFOUR" userId="1b510d786c1f9072" providerId="LiveId" clId="{C608B8E0-243F-4F3F-80BE-CCAFD2742F60}" dt="2025-10-09T16:23:31.499" v="3885" actId="14100"/>
          <ac:spMkLst>
            <pc:docMk/>
            <pc:sldMk cId="0" sldId="259"/>
            <ac:spMk id="90" creationId="{00000000-0000-0000-0000-000000000000}"/>
          </ac:spMkLst>
        </pc:spChg>
        <pc:spChg chg="mod">
          <ac:chgData name="David DUFOUR" userId="1b510d786c1f9072" providerId="LiveId" clId="{C608B8E0-243F-4F3F-80BE-CCAFD2742F60}" dt="2025-10-09T16:24:24.340" v="3894" actId="1076"/>
          <ac:spMkLst>
            <pc:docMk/>
            <pc:sldMk cId="0" sldId="259"/>
            <ac:spMk id="95" creationId="{00000000-0000-0000-0000-000000000000}"/>
          </ac:spMkLst>
        </pc:spChg>
        <pc:spChg chg="mod">
          <ac:chgData name="David DUFOUR" userId="1b510d786c1f9072" providerId="LiveId" clId="{C608B8E0-243F-4F3F-80BE-CCAFD2742F60}" dt="2025-10-09T16:24:08.358" v="3892" actId="1076"/>
          <ac:spMkLst>
            <pc:docMk/>
            <pc:sldMk cId="0" sldId="259"/>
            <ac:spMk id="99" creationId="{00000000-0000-0000-0000-000000000000}"/>
          </ac:spMkLst>
        </pc:spChg>
        <pc:spChg chg="mod">
          <ac:chgData name="David DUFOUR" userId="1b510d786c1f9072" providerId="LiveId" clId="{C608B8E0-243F-4F3F-80BE-CCAFD2742F60}" dt="2025-10-09T16:07:59.049" v="3353" actId="1076"/>
          <ac:spMkLst>
            <pc:docMk/>
            <pc:sldMk cId="0" sldId="259"/>
            <ac:spMk id="100" creationId="{00000000-0000-0000-0000-000000000000}"/>
          </ac:spMkLst>
        </pc:spChg>
        <pc:spChg chg="mod">
          <ac:chgData name="David DUFOUR" userId="1b510d786c1f9072" providerId="LiveId" clId="{C608B8E0-243F-4F3F-80BE-CCAFD2742F60}" dt="2025-10-09T16:17:52.273" v="3825" actId="1076"/>
          <ac:spMkLst>
            <pc:docMk/>
            <pc:sldMk cId="0" sldId="259"/>
            <ac:spMk id="101" creationId="{00000000-0000-0000-0000-000000000000}"/>
          </ac:spMkLst>
        </pc:spChg>
        <pc:spChg chg="mod">
          <ac:chgData name="David DUFOUR" userId="1b510d786c1f9072" providerId="LiveId" clId="{C608B8E0-243F-4F3F-80BE-CCAFD2742F60}" dt="2025-10-09T16:13:35.611" v="3668" actId="108"/>
          <ac:spMkLst>
            <pc:docMk/>
            <pc:sldMk cId="0" sldId="259"/>
            <ac:spMk id="102" creationId="{00000000-0000-0000-0000-000000000000}"/>
          </ac:spMkLst>
        </pc:spChg>
        <pc:spChg chg="mod">
          <ac:chgData name="David DUFOUR" userId="1b510d786c1f9072" providerId="LiveId" clId="{C608B8E0-243F-4F3F-80BE-CCAFD2742F60}" dt="2025-10-09T16:23:55.502" v="3890" actId="14100"/>
          <ac:spMkLst>
            <pc:docMk/>
            <pc:sldMk cId="0" sldId="259"/>
            <ac:spMk id="103" creationId="{00000000-0000-0000-0000-000000000000}"/>
          </ac:spMkLst>
        </pc:spChg>
        <pc:spChg chg="mod">
          <ac:chgData name="David DUFOUR" userId="1b510d786c1f9072" providerId="LiveId" clId="{C608B8E0-243F-4F3F-80BE-CCAFD2742F60}" dt="2025-10-14T14:12:05.218" v="5013" actId="20577"/>
          <ac:spMkLst>
            <pc:docMk/>
            <pc:sldMk cId="0" sldId="259"/>
            <ac:spMk id="104" creationId="{00000000-0000-0000-0000-000000000000}"/>
          </ac:spMkLst>
        </pc:spChg>
      </pc:sldChg>
      <pc:sldChg chg="addSp delSp modSp mod ord">
        <pc:chgData name="David DUFOUR" userId="1b510d786c1f9072" providerId="LiveId" clId="{C608B8E0-243F-4F3F-80BE-CCAFD2742F60}" dt="2025-10-15T20:08:49.982" v="5495" actId="1076"/>
        <pc:sldMkLst>
          <pc:docMk/>
          <pc:sldMk cId="0" sldId="260"/>
        </pc:sldMkLst>
        <pc:spChg chg="mod">
          <ac:chgData name="David DUFOUR" userId="1b510d786c1f9072" providerId="LiveId" clId="{C608B8E0-243F-4F3F-80BE-CCAFD2742F60}" dt="2025-10-09T16:53:55.106" v="4243" actId="20577"/>
          <ac:spMkLst>
            <pc:docMk/>
            <pc:sldMk cId="0" sldId="260"/>
            <ac:spMk id="110" creationId="{00000000-0000-0000-0000-000000000000}"/>
          </ac:spMkLst>
        </pc:spChg>
        <pc:spChg chg="mod">
          <ac:chgData name="David DUFOUR" userId="1b510d786c1f9072" providerId="LiveId" clId="{C608B8E0-243F-4F3F-80BE-CCAFD2742F60}" dt="2025-10-15T20:08:14.235" v="5487" actId="1076"/>
          <ac:spMkLst>
            <pc:docMk/>
            <pc:sldMk cId="0" sldId="260"/>
            <ac:spMk id="113" creationId="{00000000-0000-0000-0000-000000000000}"/>
          </ac:spMkLst>
        </pc:spChg>
        <pc:picChg chg="add del mod">
          <ac:chgData name="David DUFOUR" userId="1b510d786c1f9072" providerId="LiveId" clId="{C608B8E0-243F-4F3F-80BE-CCAFD2742F60}" dt="2025-10-15T19:37:22.021" v="5372" actId="478"/>
          <ac:picMkLst>
            <pc:docMk/>
            <pc:sldMk cId="0" sldId="260"/>
            <ac:picMk id="3" creationId="{506AFA8D-A8E6-2B43-4806-2C18F79FA70B}"/>
          </ac:picMkLst>
        </pc:picChg>
        <pc:picChg chg="add del mod">
          <ac:chgData name="David DUFOUR" userId="1b510d786c1f9072" providerId="LiveId" clId="{C608B8E0-243F-4F3F-80BE-CCAFD2742F60}" dt="2025-10-15T19:44:37.057" v="5414" actId="478"/>
          <ac:picMkLst>
            <pc:docMk/>
            <pc:sldMk cId="0" sldId="260"/>
            <ac:picMk id="5" creationId="{8A92721F-C438-8E9E-9F63-DDFFF12F867C}"/>
          </ac:picMkLst>
        </pc:picChg>
        <pc:picChg chg="add mod">
          <ac:chgData name="David DUFOUR" userId="1b510d786c1f9072" providerId="LiveId" clId="{C608B8E0-243F-4F3F-80BE-CCAFD2742F60}" dt="2025-10-15T20:08:49.982" v="5495" actId="1076"/>
          <ac:picMkLst>
            <pc:docMk/>
            <pc:sldMk cId="0" sldId="260"/>
            <ac:picMk id="7" creationId="{9EB4A485-BCD7-0BD8-1B45-2F4487A475F5}"/>
          </ac:picMkLst>
        </pc:picChg>
        <pc:picChg chg="del mod">
          <ac:chgData name="David DUFOUR" userId="1b510d786c1f9072" providerId="LiveId" clId="{C608B8E0-243F-4F3F-80BE-CCAFD2742F60}" dt="2025-10-15T20:08:23.985" v="5488" actId="478"/>
          <ac:picMkLst>
            <pc:docMk/>
            <pc:sldMk cId="0" sldId="260"/>
            <ac:picMk id="114" creationId="{00000000-0000-0000-0000-000000000000}"/>
          </ac:picMkLst>
        </pc:picChg>
      </pc:sldChg>
      <pc:sldChg chg="addSp delSp modSp mod ord">
        <pc:chgData name="David DUFOUR" userId="1b510d786c1f9072" providerId="LiveId" clId="{C608B8E0-243F-4F3F-80BE-CCAFD2742F60}" dt="2025-10-15T19:09:27.403" v="5353" actId="478"/>
        <pc:sldMkLst>
          <pc:docMk/>
          <pc:sldMk cId="0" sldId="261"/>
        </pc:sldMkLst>
        <pc:spChg chg="mod">
          <ac:chgData name="David DUFOUR" userId="1b510d786c1f9072" providerId="LiveId" clId="{C608B8E0-243F-4F3F-80BE-CCAFD2742F60}" dt="2025-10-09T19:55:00.020" v="4459" actId="207"/>
          <ac:spMkLst>
            <pc:docMk/>
            <pc:sldMk cId="0" sldId="261"/>
            <ac:spMk id="123" creationId="{00000000-0000-0000-0000-000000000000}"/>
          </ac:spMkLst>
        </pc:spChg>
        <pc:spChg chg="mod">
          <ac:chgData name="David DUFOUR" userId="1b510d786c1f9072" providerId="LiveId" clId="{C608B8E0-243F-4F3F-80BE-CCAFD2742F60}" dt="2025-10-09T19:57:35.343" v="4476" actId="1076"/>
          <ac:spMkLst>
            <pc:docMk/>
            <pc:sldMk cId="0" sldId="261"/>
            <ac:spMk id="126" creationId="{00000000-0000-0000-0000-000000000000}"/>
          </ac:spMkLst>
        </pc:spChg>
        <pc:picChg chg="add del mod">
          <ac:chgData name="David DUFOUR" userId="1b510d786c1f9072" providerId="LiveId" clId="{C608B8E0-243F-4F3F-80BE-CCAFD2742F60}" dt="2025-10-15T19:09:27.403" v="5353" actId="478"/>
          <ac:picMkLst>
            <pc:docMk/>
            <pc:sldMk cId="0" sldId="261"/>
            <ac:picMk id="2" creationId="{79D55959-A4B3-FF3C-91F9-B4966E215003}"/>
          </ac:picMkLst>
        </pc:picChg>
        <pc:picChg chg="add mod">
          <ac:chgData name="David DUFOUR" userId="1b510d786c1f9072" providerId="LiveId" clId="{C608B8E0-243F-4F3F-80BE-CCAFD2742F60}" dt="2025-10-09T19:57:00.369" v="4468" actId="14100"/>
          <ac:picMkLst>
            <pc:docMk/>
            <pc:sldMk cId="0" sldId="261"/>
            <ac:picMk id="3" creationId="{5372856D-64D1-A3E1-6924-C0E44039EE76}"/>
          </ac:picMkLst>
        </pc:picChg>
        <pc:picChg chg="mod">
          <ac:chgData name="David DUFOUR" userId="1b510d786c1f9072" providerId="LiveId" clId="{C608B8E0-243F-4F3F-80BE-CCAFD2742F60}" dt="2025-10-09T19:57:11.773" v="4471" actId="14100"/>
          <ac:picMkLst>
            <pc:docMk/>
            <pc:sldMk cId="0" sldId="261"/>
            <ac:picMk id="124" creationId="{00000000-0000-0000-0000-000000000000}"/>
          </ac:picMkLst>
        </pc:picChg>
      </pc:sldChg>
      <pc:sldChg chg="addSp delSp modSp del mod ord">
        <pc:chgData name="David DUFOUR" userId="1b510d786c1f9072" providerId="LiveId" clId="{C608B8E0-243F-4F3F-80BE-CCAFD2742F60}" dt="2025-10-09T20:33:02.469" v="4678" actId="47"/>
        <pc:sldMkLst>
          <pc:docMk/>
          <pc:sldMk cId="0" sldId="262"/>
        </pc:sldMkLst>
      </pc:sldChg>
      <pc:sldChg chg="addSp delSp modSp mod ord">
        <pc:chgData name="David DUFOUR" userId="1b510d786c1f9072" providerId="LiveId" clId="{C608B8E0-243F-4F3F-80BE-CCAFD2742F60}" dt="2025-10-15T19:59:05.120" v="5439" actId="1076"/>
        <pc:sldMkLst>
          <pc:docMk/>
          <pc:sldMk cId="0" sldId="263"/>
        </pc:sldMkLst>
        <pc:spChg chg="add mod">
          <ac:chgData name="David DUFOUR" userId="1b510d786c1f9072" providerId="LiveId" clId="{C608B8E0-243F-4F3F-80BE-CCAFD2742F60}" dt="2025-10-15T18:53:36.785" v="5325" actId="14100"/>
          <ac:spMkLst>
            <pc:docMk/>
            <pc:sldMk cId="0" sldId="263"/>
            <ac:spMk id="3" creationId="{C6BD8C75-296E-6A6D-B74C-65FBDBC77037}"/>
          </ac:spMkLst>
        </pc:spChg>
        <pc:spChg chg="mod">
          <ac:chgData name="David DUFOUR" userId="1b510d786c1f9072" providerId="LiveId" clId="{C608B8E0-243F-4F3F-80BE-CCAFD2742F60}" dt="2025-10-15T18:51:54.379" v="5312"/>
          <ac:spMkLst>
            <pc:docMk/>
            <pc:sldMk cId="0" sldId="263"/>
            <ac:spMk id="6" creationId="{9A4DD751-0B6C-2532-8AC6-09AA42F024B3}"/>
          </ac:spMkLst>
        </pc:spChg>
        <pc:spChg chg="mod">
          <ac:chgData name="David DUFOUR" userId="1b510d786c1f9072" providerId="LiveId" clId="{C608B8E0-243F-4F3F-80BE-CCAFD2742F60}" dt="2025-10-15T18:51:54.379" v="5312"/>
          <ac:spMkLst>
            <pc:docMk/>
            <pc:sldMk cId="0" sldId="263"/>
            <ac:spMk id="8" creationId="{288CB473-23BE-30E5-8C81-91C635E796AA}"/>
          </ac:spMkLst>
        </pc:spChg>
        <pc:spChg chg="mod">
          <ac:chgData name="David DUFOUR" userId="1b510d786c1f9072" providerId="LiveId" clId="{C608B8E0-243F-4F3F-80BE-CCAFD2742F60}" dt="2025-10-15T18:51:54.379" v="5312"/>
          <ac:spMkLst>
            <pc:docMk/>
            <pc:sldMk cId="0" sldId="263"/>
            <ac:spMk id="10" creationId="{8C0450E6-1379-539E-6B6C-AA254C02A469}"/>
          </ac:spMkLst>
        </pc:spChg>
        <pc:spChg chg="mod">
          <ac:chgData name="David DUFOUR" userId="1b510d786c1f9072" providerId="LiveId" clId="{C608B8E0-243F-4F3F-80BE-CCAFD2742F60}" dt="2025-10-15T18:51:54.379" v="5312"/>
          <ac:spMkLst>
            <pc:docMk/>
            <pc:sldMk cId="0" sldId="263"/>
            <ac:spMk id="11" creationId="{8ABA3821-8A6E-CC7D-7D97-61626A850D43}"/>
          </ac:spMkLst>
        </pc:spChg>
        <pc:spChg chg="mod">
          <ac:chgData name="David DUFOUR" userId="1b510d786c1f9072" providerId="LiveId" clId="{C608B8E0-243F-4F3F-80BE-CCAFD2742F60}" dt="2025-10-03T08:02:48.377" v="2617" actId="20577"/>
          <ac:spMkLst>
            <pc:docMk/>
            <pc:sldMk cId="0" sldId="263"/>
            <ac:spMk id="145" creationId="{00000000-0000-0000-0000-000000000000}"/>
          </ac:spMkLst>
        </pc:spChg>
        <pc:grpChg chg="add del mod">
          <ac:chgData name="David DUFOUR" userId="1b510d786c1f9072" providerId="LiveId" clId="{C608B8E0-243F-4F3F-80BE-CCAFD2742F60}" dt="2025-10-15T18:55:28.572" v="5336" actId="478"/>
          <ac:grpSpMkLst>
            <pc:docMk/>
            <pc:sldMk cId="0" sldId="263"/>
            <ac:grpSpMk id="2" creationId="{E57F3011-1404-7A9D-CF74-5C83CCAC20FE}"/>
          </ac:grpSpMkLst>
        </pc:grpChg>
        <pc:picChg chg="mod">
          <ac:chgData name="David DUFOUR" userId="1b510d786c1f9072" providerId="LiveId" clId="{C608B8E0-243F-4F3F-80BE-CCAFD2742F60}" dt="2025-10-15T18:51:54.379" v="5312"/>
          <ac:picMkLst>
            <pc:docMk/>
            <pc:sldMk cId="0" sldId="263"/>
            <ac:picMk id="4" creationId="{9252973A-2738-01E3-7CDE-EAFCC611464D}"/>
          </ac:picMkLst>
        </pc:picChg>
        <pc:picChg chg="add mod">
          <ac:chgData name="David DUFOUR" userId="1b510d786c1f9072" providerId="LiveId" clId="{C608B8E0-243F-4F3F-80BE-CCAFD2742F60}" dt="2025-10-15T19:59:05.120" v="5439" actId="1076"/>
          <ac:picMkLst>
            <pc:docMk/>
            <pc:sldMk cId="0" sldId="263"/>
            <ac:picMk id="5" creationId="{37CA24E6-F20B-E056-21E5-B00CB0A30B8D}"/>
          </ac:picMkLst>
        </pc:picChg>
        <pc:picChg chg="add del mod">
          <ac:chgData name="David DUFOUR" userId="1b510d786c1f9072" providerId="LiveId" clId="{C608B8E0-243F-4F3F-80BE-CCAFD2742F60}" dt="2025-10-15T18:53:04.494" v="5320" actId="478"/>
          <ac:picMkLst>
            <pc:docMk/>
            <pc:sldMk cId="0" sldId="263"/>
            <ac:picMk id="7" creationId="{70412362-644F-4129-CF98-F3DCAAF0D364}"/>
          </ac:picMkLst>
        </pc:picChg>
        <pc:picChg chg="add del mod">
          <ac:chgData name="David DUFOUR" userId="1b510d786c1f9072" providerId="LiveId" clId="{C608B8E0-243F-4F3F-80BE-CCAFD2742F60}" dt="2025-10-15T19:08:36.422" v="5346" actId="478"/>
          <ac:picMkLst>
            <pc:docMk/>
            <pc:sldMk cId="0" sldId="263"/>
            <ac:picMk id="9" creationId="{4D825343-71DD-64AB-27C5-A539EC1758F5}"/>
          </ac:picMkLst>
        </pc:picChg>
        <pc:picChg chg="add mod">
          <ac:chgData name="David DUFOUR" userId="1b510d786c1f9072" providerId="LiveId" clId="{C608B8E0-243F-4F3F-80BE-CCAFD2742F60}" dt="2025-10-15T18:55:40.435" v="5339" actId="1076"/>
          <ac:picMkLst>
            <pc:docMk/>
            <pc:sldMk cId="0" sldId="263"/>
            <ac:picMk id="13" creationId="{1BB18092-CFE8-A24E-F237-624F4E80A4FE}"/>
          </ac:picMkLst>
        </pc:picChg>
        <pc:picChg chg="add mod">
          <ac:chgData name="David DUFOUR" userId="1b510d786c1f9072" providerId="LiveId" clId="{C608B8E0-243F-4F3F-80BE-CCAFD2742F60}" dt="2025-10-15T19:59:01.112" v="5438" actId="14100"/>
          <ac:picMkLst>
            <pc:docMk/>
            <pc:sldMk cId="0" sldId="263"/>
            <ac:picMk id="14" creationId="{6F6D59D8-1542-AC1A-D64A-FB955585B687}"/>
          </ac:picMkLst>
        </pc:picChg>
      </pc:sldChg>
      <pc:sldChg chg="addSp delSp modSp mod ord">
        <pc:chgData name="David DUFOUR" userId="1b510d786c1f9072" providerId="LiveId" clId="{C608B8E0-243F-4F3F-80BE-CCAFD2742F60}" dt="2025-10-15T19:58:24.703" v="5437" actId="1076"/>
        <pc:sldMkLst>
          <pc:docMk/>
          <pc:sldMk cId="0" sldId="264"/>
        </pc:sldMkLst>
        <pc:spChg chg="mod">
          <ac:chgData name="David DUFOUR" userId="1b510d786c1f9072" providerId="LiveId" clId="{C608B8E0-243F-4F3F-80BE-CCAFD2742F60}" dt="2025-10-09T16:52:42.514" v="4212" actId="20577"/>
          <ac:spMkLst>
            <pc:docMk/>
            <pc:sldMk cId="0" sldId="264"/>
            <ac:spMk id="154" creationId="{00000000-0000-0000-0000-000000000000}"/>
          </ac:spMkLst>
        </pc:spChg>
        <pc:picChg chg="add mod">
          <ac:chgData name="David DUFOUR" userId="1b510d786c1f9072" providerId="LiveId" clId="{C608B8E0-243F-4F3F-80BE-CCAFD2742F60}" dt="2025-10-15T19:57:27.497" v="5430" actId="1076"/>
          <ac:picMkLst>
            <pc:docMk/>
            <pc:sldMk cId="0" sldId="264"/>
            <ac:picMk id="3" creationId="{765FCDA7-29D0-49A5-98AA-470A844030FD}"/>
          </ac:picMkLst>
        </pc:picChg>
        <pc:picChg chg="add del mod">
          <ac:chgData name="David DUFOUR" userId="1b510d786c1f9072" providerId="LiveId" clId="{C608B8E0-243F-4F3F-80BE-CCAFD2742F60}" dt="2025-10-15T19:58:08.532" v="5431" actId="478"/>
          <ac:picMkLst>
            <pc:docMk/>
            <pc:sldMk cId="0" sldId="264"/>
            <ac:picMk id="5" creationId="{0999DE7B-11AA-EC51-7215-B028A277CCD4}"/>
          </ac:picMkLst>
        </pc:picChg>
        <pc:picChg chg="add mod">
          <ac:chgData name="David DUFOUR" userId="1b510d786c1f9072" providerId="LiveId" clId="{C608B8E0-243F-4F3F-80BE-CCAFD2742F60}" dt="2025-10-15T19:58:24.703" v="5437" actId="1076"/>
          <ac:picMkLst>
            <pc:docMk/>
            <pc:sldMk cId="0" sldId="264"/>
            <ac:picMk id="7" creationId="{5D62D913-3467-E41D-50CD-78EEAA0ABE98}"/>
          </ac:picMkLst>
        </pc:picChg>
        <pc:picChg chg="del">
          <ac:chgData name="David DUFOUR" userId="1b510d786c1f9072" providerId="LiveId" clId="{C608B8E0-243F-4F3F-80BE-CCAFD2742F60}" dt="2025-10-15T19:49:38.716" v="5419" actId="478"/>
          <ac:picMkLst>
            <pc:docMk/>
            <pc:sldMk cId="0" sldId="264"/>
            <ac:picMk id="158" creationId="{00000000-0000-0000-0000-000000000000}"/>
          </ac:picMkLst>
        </pc:picChg>
      </pc:sldChg>
      <pc:sldChg chg="addSp delSp modSp mod ord">
        <pc:chgData name="David DUFOUR" userId="1b510d786c1f9072" providerId="LiveId" clId="{C608B8E0-243F-4F3F-80BE-CCAFD2742F60}" dt="2025-10-15T19:44:07.515" v="5413" actId="1076"/>
        <pc:sldMkLst>
          <pc:docMk/>
          <pc:sldMk cId="0" sldId="265"/>
        </pc:sldMkLst>
        <pc:spChg chg="add mod">
          <ac:chgData name="David DUFOUR" userId="1b510d786c1f9072" providerId="LiveId" clId="{C608B8E0-243F-4F3F-80BE-CCAFD2742F60}" dt="2025-10-15T19:43:50.208" v="5409" actId="1076"/>
          <ac:spMkLst>
            <pc:docMk/>
            <pc:sldMk cId="0" sldId="265"/>
            <ac:spMk id="2" creationId="{A3ED75F3-1D7B-0C08-8B8A-99CC06CA2646}"/>
          </ac:spMkLst>
        </pc:spChg>
        <pc:spChg chg="mod">
          <ac:chgData name="David DUFOUR" userId="1b510d786c1f9072" providerId="LiveId" clId="{C608B8E0-243F-4F3F-80BE-CCAFD2742F60}" dt="2025-10-15T19:43:03.373" v="5405" actId="1076"/>
          <ac:spMkLst>
            <pc:docMk/>
            <pc:sldMk cId="0" sldId="265"/>
            <ac:spMk id="163" creationId="{00000000-0000-0000-0000-000000000000}"/>
          </ac:spMkLst>
        </pc:spChg>
        <pc:spChg chg="mod">
          <ac:chgData name="David DUFOUR" userId="1b510d786c1f9072" providerId="LiveId" clId="{C608B8E0-243F-4F3F-80BE-CCAFD2742F60}" dt="2025-10-09T16:56:23.770" v="4287" actId="20577"/>
          <ac:spMkLst>
            <pc:docMk/>
            <pc:sldMk cId="0" sldId="265"/>
            <ac:spMk id="164" creationId="{00000000-0000-0000-0000-000000000000}"/>
          </ac:spMkLst>
        </pc:spChg>
        <pc:picChg chg="del mod">
          <ac:chgData name="David DUFOUR" userId="1b510d786c1f9072" providerId="LiveId" clId="{C608B8E0-243F-4F3F-80BE-CCAFD2742F60}" dt="2025-10-15T19:41:51.013" v="5382" actId="478"/>
          <ac:picMkLst>
            <pc:docMk/>
            <pc:sldMk cId="0" sldId="265"/>
            <ac:picMk id="3" creationId="{22CC4BFD-2CC7-9638-2D93-8B94C5CF139C}"/>
          </ac:picMkLst>
        </pc:picChg>
        <pc:picChg chg="add mod">
          <ac:chgData name="David DUFOUR" userId="1b510d786c1f9072" providerId="LiveId" clId="{C608B8E0-243F-4F3F-80BE-CCAFD2742F60}" dt="2025-10-15T19:42:51.934" v="5401" actId="1076"/>
          <ac:picMkLst>
            <pc:docMk/>
            <pc:sldMk cId="0" sldId="265"/>
            <ac:picMk id="5" creationId="{BCD491E1-FD77-D4D7-14C4-7147738054FF}"/>
          </ac:picMkLst>
        </pc:picChg>
        <pc:picChg chg="add mod">
          <ac:chgData name="David DUFOUR" userId="1b510d786c1f9072" providerId="LiveId" clId="{C608B8E0-243F-4F3F-80BE-CCAFD2742F60}" dt="2025-10-15T19:44:07.515" v="5413" actId="1076"/>
          <ac:picMkLst>
            <pc:docMk/>
            <pc:sldMk cId="0" sldId="265"/>
            <ac:picMk id="6" creationId="{601578E0-A970-431B-4FA6-71025F888F0A}"/>
          </ac:picMkLst>
        </pc:picChg>
      </pc:sldChg>
      <pc:sldChg chg="addSp delSp modSp mod">
        <pc:chgData name="David DUFOUR" userId="1b510d786c1f9072" providerId="LiveId" clId="{C608B8E0-243F-4F3F-80BE-CCAFD2742F60}" dt="2025-10-02T19:32:51.505" v="2096" actId="20577"/>
        <pc:sldMkLst>
          <pc:docMk/>
          <pc:sldMk cId="0" sldId="267"/>
        </pc:sldMkLst>
        <pc:spChg chg="mod">
          <ac:chgData name="David DUFOUR" userId="1b510d786c1f9072" providerId="LiveId" clId="{C608B8E0-243F-4F3F-80BE-CCAFD2742F60}" dt="2025-10-02T19:22:44.976" v="1997" actId="20577"/>
          <ac:spMkLst>
            <pc:docMk/>
            <pc:sldMk cId="0" sldId="267"/>
            <ac:spMk id="182" creationId="{00000000-0000-0000-0000-000000000000}"/>
          </ac:spMkLst>
        </pc:spChg>
        <pc:spChg chg="mod">
          <ac:chgData name="David DUFOUR" userId="1b510d786c1f9072" providerId="LiveId" clId="{C608B8E0-243F-4F3F-80BE-CCAFD2742F60}" dt="2025-10-02T19:32:51.505" v="2096" actId="20577"/>
          <ac:spMkLst>
            <pc:docMk/>
            <pc:sldMk cId="0" sldId="267"/>
            <ac:spMk id="188" creationId="{00000000-0000-0000-0000-000000000000}"/>
          </ac:spMkLst>
        </pc:spChg>
        <pc:picChg chg="add mod">
          <ac:chgData name="David DUFOUR" userId="1b510d786c1f9072" providerId="LiveId" clId="{C608B8E0-243F-4F3F-80BE-CCAFD2742F60}" dt="2025-10-02T19:30:57.794" v="2078" actId="1076"/>
          <ac:picMkLst>
            <pc:docMk/>
            <pc:sldMk cId="0" sldId="267"/>
            <ac:picMk id="7" creationId="{473E3BAE-ED25-5334-DF2D-08B7BD8DAEB1}"/>
          </ac:picMkLst>
        </pc:picChg>
        <pc:picChg chg="add mod">
          <ac:chgData name="David DUFOUR" userId="1b510d786c1f9072" providerId="LiveId" clId="{C608B8E0-243F-4F3F-80BE-CCAFD2742F60}" dt="2025-10-02T19:30:57.794" v="2078" actId="1076"/>
          <ac:picMkLst>
            <pc:docMk/>
            <pc:sldMk cId="0" sldId="267"/>
            <ac:picMk id="9" creationId="{0908C618-2D0E-C7A8-C0D1-D47A841662D9}"/>
          </ac:picMkLst>
        </pc:picChg>
        <pc:picChg chg="mod">
          <ac:chgData name="David DUFOUR" userId="1b510d786c1f9072" providerId="LiveId" clId="{C608B8E0-243F-4F3F-80BE-CCAFD2742F60}" dt="2025-10-02T19:30:57.794" v="2078" actId="1076"/>
          <ac:picMkLst>
            <pc:docMk/>
            <pc:sldMk cId="0" sldId="267"/>
            <ac:picMk id="189" creationId="{00000000-0000-0000-0000-000000000000}"/>
          </ac:picMkLst>
        </pc:picChg>
      </pc:sldChg>
      <pc:sldChg chg="del">
        <pc:chgData name="David DUFOUR" userId="1b510d786c1f9072" providerId="LiveId" clId="{C608B8E0-243F-4F3F-80BE-CCAFD2742F60}" dt="2025-09-18T14:17:15.150" v="203" actId="47"/>
        <pc:sldMkLst>
          <pc:docMk/>
          <pc:sldMk cId="0" sldId="268"/>
        </pc:sldMkLst>
      </pc:sldChg>
      <pc:sldChg chg="addSp delSp modSp del mod">
        <pc:chgData name="David DUFOUR" userId="1b510d786c1f9072" providerId="LiveId" clId="{C608B8E0-243F-4F3F-80BE-CCAFD2742F60}" dt="2025-10-16T00:43:11.234" v="6002" actId="47"/>
        <pc:sldMkLst>
          <pc:docMk/>
          <pc:sldMk cId="0" sldId="269"/>
        </pc:sldMkLst>
        <pc:spChg chg="add mod">
          <ac:chgData name="David DUFOUR" userId="1b510d786c1f9072" providerId="LiveId" clId="{C608B8E0-243F-4F3F-80BE-CCAFD2742F60}" dt="2025-10-15T20:59:59.844" v="5723" actId="1076"/>
          <ac:spMkLst>
            <pc:docMk/>
            <pc:sldMk cId="0" sldId="269"/>
            <ac:spMk id="2" creationId="{FB6971CA-664D-C4A1-3197-807C35908791}"/>
          </ac:spMkLst>
        </pc:spChg>
        <pc:spChg chg="add mod">
          <ac:chgData name="David DUFOUR" userId="1b510d786c1f9072" providerId="LiveId" clId="{C608B8E0-243F-4F3F-80BE-CCAFD2742F60}" dt="2025-10-15T20:55:46.009" v="5719" actId="6549"/>
          <ac:spMkLst>
            <pc:docMk/>
            <pc:sldMk cId="0" sldId="269"/>
            <ac:spMk id="3" creationId="{032BD1CE-108F-43EA-679B-20A2225CEDA7}"/>
          </ac:spMkLst>
        </pc:spChg>
        <pc:spChg chg="mod">
          <ac:chgData name="David DUFOUR" userId="1b510d786c1f9072" providerId="LiveId" clId="{C608B8E0-243F-4F3F-80BE-CCAFD2742F60}" dt="2025-10-16T00:13:16.472" v="5783" actId="20577"/>
          <ac:spMkLst>
            <pc:docMk/>
            <pc:sldMk cId="0" sldId="269"/>
            <ac:spMk id="212" creationId="{00000000-0000-0000-0000-000000000000}"/>
          </ac:spMkLst>
        </pc:spChg>
        <pc:spChg chg="mod">
          <ac:chgData name="David DUFOUR" userId="1b510d786c1f9072" providerId="LiveId" clId="{C608B8E0-243F-4F3F-80BE-CCAFD2742F60}" dt="2025-10-15T20:59:48.612" v="5721" actId="6549"/>
          <ac:spMkLst>
            <pc:docMk/>
            <pc:sldMk cId="0" sldId="269"/>
            <ac:spMk id="216" creationId="{00000000-0000-0000-0000-000000000000}"/>
          </ac:spMkLst>
        </pc:spChg>
        <pc:picChg chg="add mod">
          <ac:chgData name="David DUFOUR" userId="1b510d786c1f9072" providerId="LiveId" clId="{C608B8E0-243F-4F3F-80BE-CCAFD2742F60}" dt="2025-10-15T21:00:07.009" v="5726" actId="1076"/>
          <ac:picMkLst>
            <pc:docMk/>
            <pc:sldMk cId="0" sldId="269"/>
            <ac:picMk id="5" creationId="{8F7780C7-B2FF-3521-A184-F2E6E16C8F17}"/>
          </ac:picMkLst>
        </pc:picChg>
      </pc:sldChg>
      <pc:sldChg chg="del">
        <pc:chgData name="David DUFOUR" userId="1b510d786c1f9072" providerId="LiveId" clId="{C608B8E0-243F-4F3F-80BE-CCAFD2742F60}" dt="2025-09-18T14:48:03.424" v="373" actId="47"/>
        <pc:sldMkLst>
          <pc:docMk/>
          <pc:sldMk cId="0" sldId="270"/>
        </pc:sldMkLst>
      </pc:sldChg>
      <pc:sldChg chg="addSp delSp modSp mod">
        <pc:chgData name="David DUFOUR" userId="1b510d786c1f9072" providerId="LiveId" clId="{C608B8E0-243F-4F3F-80BE-CCAFD2742F60}" dt="2025-10-16T00:54:34.240" v="6045" actId="207"/>
        <pc:sldMkLst>
          <pc:docMk/>
          <pc:sldMk cId="0" sldId="271"/>
        </pc:sldMkLst>
        <pc:spChg chg="add del mod">
          <ac:chgData name="David DUFOUR" userId="1b510d786c1f9072" providerId="LiveId" clId="{C608B8E0-243F-4F3F-80BE-CCAFD2742F60}" dt="2025-10-16T00:31:52.132" v="5904" actId="478"/>
          <ac:spMkLst>
            <pc:docMk/>
            <pc:sldMk cId="0" sldId="271"/>
            <ac:spMk id="2" creationId="{5ABC7FEC-44BA-8D23-3EB4-1A91E666D74B}"/>
          </ac:spMkLst>
        </pc:spChg>
        <pc:spChg chg="add del mod">
          <ac:chgData name="David DUFOUR" userId="1b510d786c1f9072" providerId="LiveId" clId="{C608B8E0-243F-4F3F-80BE-CCAFD2742F60}" dt="2025-10-16T00:35:11.370" v="5940" actId="478"/>
          <ac:spMkLst>
            <pc:docMk/>
            <pc:sldMk cId="0" sldId="271"/>
            <ac:spMk id="3" creationId="{67E93BBA-1364-C109-A741-5AED8FADC4EF}"/>
          </ac:spMkLst>
        </pc:spChg>
        <pc:spChg chg="mod">
          <ac:chgData name="David DUFOUR" userId="1b510d786c1f9072" providerId="LiveId" clId="{C608B8E0-243F-4F3F-80BE-CCAFD2742F60}" dt="2025-10-16T00:31:25.690" v="5899" actId="20577"/>
          <ac:spMkLst>
            <pc:docMk/>
            <pc:sldMk cId="0" sldId="271"/>
            <ac:spMk id="240" creationId="{00000000-0000-0000-0000-000000000000}"/>
          </ac:spMkLst>
        </pc:spChg>
        <pc:spChg chg="del">
          <ac:chgData name="David DUFOUR" userId="1b510d786c1f9072" providerId="LiveId" clId="{C608B8E0-243F-4F3F-80BE-CCAFD2742F60}" dt="2025-10-16T00:35:09.783" v="5939" actId="478"/>
          <ac:spMkLst>
            <pc:docMk/>
            <pc:sldMk cId="0" sldId="271"/>
            <ac:spMk id="243" creationId="{00000000-0000-0000-0000-000000000000}"/>
          </ac:spMkLst>
        </pc:spChg>
        <pc:spChg chg="mod">
          <ac:chgData name="David DUFOUR" userId="1b510d786c1f9072" providerId="LiveId" clId="{C608B8E0-243F-4F3F-80BE-CCAFD2742F60}" dt="2025-10-16T00:54:34.240" v="6045" actId="207"/>
          <ac:spMkLst>
            <pc:docMk/>
            <pc:sldMk cId="0" sldId="271"/>
            <ac:spMk id="244" creationId="{00000000-0000-0000-0000-000000000000}"/>
          </ac:spMkLst>
        </pc:spChg>
        <pc:spChg chg="del mod">
          <ac:chgData name="David DUFOUR" userId="1b510d786c1f9072" providerId="LiveId" clId="{C608B8E0-243F-4F3F-80BE-CCAFD2742F60}" dt="2025-10-16T00:31:50.435" v="5903" actId="478"/>
          <ac:spMkLst>
            <pc:docMk/>
            <pc:sldMk cId="0" sldId="271"/>
            <ac:spMk id="245" creationId="{00000000-0000-0000-0000-000000000000}"/>
          </ac:spMkLst>
        </pc:spChg>
        <pc:picChg chg="add del mod">
          <ac:chgData name="David DUFOUR" userId="1b510d786c1f9072" providerId="LiveId" clId="{C608B8E0-243F-4F3F-80BE-CCAFD2742F60}" dt="2025-10-16T00:31:47.929" v="5902" actId="478"/>
          <ac:picMkLst>
            <pc:docMk/>
            <pc:sldMk cId="0" sldId="271"/>
            <ac:picMk id="5" creationId="{8C81CCF9-4722-ED04-E17C-B35870CC27BC}"/>
          </ac:picMkLst>
        </pc:picChg>
        <pc:picChg chg="add mod">
          <ac:chgData name="David DUFOUR" userId="1b510d786c1f9072" providerId="LiveId" clId="{C608B8E0-243F-4F3F-80BE-CCAFD2742F60}" dt="2025-10-16T00:34:16.252" v="5928" actId="14100"/>
          <ac:picMkLst>
            <pc:docMk/>
            <pc:sldMk cId="0" sldId="271"/>
            <ac:picMk id="6" creationId="{A5727B1B-D323-19D8-63BE-8A473E1F409F}"/>
          </ac:picMkLst>
        </pc:picChg>
        <pc:picChg chg="add del mod">
          <ac:chgData name="David DUFOUR" userId="1b510d786c1f9072" providerId="LiveId" clId="{C608B8E0-243F-4F3F-80BE-CCAFD2742F60}" dt="2025-10-16T00:31:46.050" v="5901" actId="478"/>
          <ac:picMkLst>
            <pc:docMk/>
            <pc:sldMk cId="0" sldId="271"/>
            <ac:picMk id="8" creationId="{050BD25A-FF9E-D892-7F8E-FF6856E84411}"/>
          </ac:picMkLst>
        </pc:picChg>
        <pc:picChg chg="add del mod">
          <ac:chgData name="David DUFOUR" userId="1b510d786c1f9072" providerId="LiveId" clId="{C608B8E0-243F-4F3F-80BE-CCAFD2742F60}" dt="2025-10-16T00:31:44.922" v="5900" actId="478"/>
          <ac:picMkLst>
            <pc:docMk/>
            <pc:sldMk cId="0" sldId="271"/>
            <ac:picMk id="10" creationId="{4CBD38C9-E3F7-836E-D503-1E5F8B1D6666}"/>
          </ac:picMkLst>
        </pc:picChg>
      </pc:sldChg>
      <pc:sldChg chg="del">
        <pc:chgData name="David DUFOUR" userId="1b510d786c1f9072" providerId="LiveId" clId="{C608B8E0-243F-4F3F-80BE-CCAFD2742F60}" dt="2025-09-18T14:58:05.899" v="873" actId="47"/>
        <pc:sldMkLst>
          <pc:docMk/>
          <pc:sldMk cId="0" sldId="272"/>
        </pc:sldMkLst>
      </pc:sldChg>
      <pc:sldChg chg="addSp delSp modSp del mod">
        <pc:chgData name="David DUFOUR" userId="1b510d786c1f9072" providerId="LiveId" clId="{C608B8E0-243F-4F3F-80BE-CCAFD2742F60}" dt="2025-10-16T00:42:13.513" v="5973" actId="47"/>
        <pc:sldMkLst>
          <pc:docMk/>
          <pc:sldMk cId="0" sldId="273"/>
        </pc:sldMkLst>
        <pc:spChg chg="add mod">
          <ac:chgData name="David DUFOUR" userId="1b510d786c1f9072" providerId="LiveId" clId="{C608B8E0-243F-4F3F-80BE-CCAFD2742F60}" dt="2025-10-15T21:02:09.702" v="5736" actId="1076"/>
          <ac:spMkLst>
            <pc:docMk/>
            <pc:sldMk cId="0" sldId="273"/>
            <ac:spMk id="5" creationId="{E0C41381-6DFB-B908-6378-DFE6DFD892DB}"/>
          </ac:spMkLst>
        </pc:spChg>
        <pc:spChg chg="add mod">
          <ac:chgData name="David DUFOUR" userId="1b510d786c1f9072" providerId="LiveId" clId="{C608B8E0-243F-4F3F-80BE-CCAFD2742F60}" dt="2025-10-15T20:55:58.892" v="5720" actId="6549"/>
          <ac:spMkLst>
            <pc:docMk/>
            <pc:sldMk cId="0" sldId="273"/>
            <ac:spMk id="6" creationId="{8A6F316B-520C-2586-52E2-8606892BF020}"/>
          </ac:spMkLst>
        </pc:spChg>
        <pc:spChg chg="mod">
          <ac:chgData name="David DUFOUR" userId="1b510d786c1f9072" providerId="LiveId" clId="{C608B8E0-243F-4F3F-80BE-CCAFD2742F60}" dt="2025-10-15T21:02:01.856" v="5734" actId="6549"/>
          <ac:spMkLst>
            <pc:docMk/>
            <pc:sldMk cId="0" sldId="273"/>
            <ac:spMk id="273" creationId="{00000000-0000-0000-0000-000000000000}"/>
          </ac:spMkLst>
        </pc:spChg>
        <pc:picChg chg="add mod">
          <ac:chgData name="David DUFOUR" userId="1b510d786c1f9072" providerId="LiveId" clId="{C608B8E0-243F-4F3F-80BE-CCAFD2742F60}" dt="2025-10-15T21:02:15.742" v="5739" actId="1076"/>
          <ac:picMkLst>
            <pc:docMk/>
            <pc:sldMk cId="0" sldId="273"/>
            <ac:picMk id="7" creationId="{F4FDFC45-2AA9-F277-69D2-87656D750E2B}"/>
          </ac:picMkLst>
        </pc:picChg>
      </pc:sldChg>
      <pc:sldChg chg="del">
        <pc:chgData name="David DUFOUR" userId="1b510d786c1f9072" providerId="LiveId" clId="{C608B8E0-243F-4F3F-80BE-CCAFD2742F60}" dt="2025-09-18T15:08:44.130" v="1353" actId="47"/>
        <pc:sldMkLst>
          <pc:docMk/>
          <pc:sldMk cId="0" sldId="274"/>
        </pc:sldMkLst>
      </pc:sldChg>
      <pc:sldChg chg="addSp delSp modSp mod">
        <pc:chgData name="David DUFOUR" userId="1b510d786c1f9072" providerId="LiveId" clId="{C608B8E0-243F-4F3F-80BE-CCAFD2742F60}" dt="2025-10-15T18:35:09.477" v="5311" actId="478"/>
        <pc:sldMkLst>
          <pc:docMk/>
          <pc:sldMk cId="0" sldId="275"/>
        </pc:sldMkLst>
        <pc:spChg chg="add del mod">
          <ac:chgData name="David DUFOUR" userId="1b510d786c1f9072" providerId="LiveId" clId="{C608B8E0-243F-4F3F-80BE-CCAFD2742F60}" dt="2025-10-15T18:35:09.477" v="5311" actId="478"/>
          <ac:spMkLst>
            <pc:docMk/>
            <pc:sldMk cId="0" sldId="275"/>
            <ac:spMk id="2" creationId="{C009E2F2-69C1-C0A5-C0CE-292CFAD0EA85}"/>
          </ac:spMkLst>
        </pc:spChg>
        <pc:spChg chg="mod">
          <ac:chgData name="David DUFOUR" userId="1b510d786c1f9072" providerId="LiveId" clId="{C608B8E0-243F-4F3F-80BE-CCAFD2742F60}" dt="2025-10-15T18:34:28.222" v="5307" actId="1076"/>
          <ac:spMkLst>
            <pc:docMk/>
            <pc:sldMk cId="0" sldId="275"/>
            <ac:spMk id="299" creationId="{00000000-0000-0000-0000-000000000000}"/>
          </ac:spMkLst>
        </pc:spChg>
        <pc:picChg chg="add mod">
          <ac:chgData name="David DUFOUR" userId="1b510d786c1f9072" providerId="LiveId" clId="{C608B8E0-243F-4F3F-80BE-CCAFD2742F60}" dt="2025-10-15T18:34:33.857" v="5308" actId="14100"/>
          <ac:picMkLst>
            <pc:docMk/>
            <pc:sldMk cId="0" sldId="275"/>
            <ac:picMk id="4" creationId="{A7782B6F-A8ED-954B-09CC-46E5DB9EF1C4}"/>
          </ac:picMkLst>
        </pc:picChg>
        <pc:picChg chg="add mod">
          <ac:chgData name="David DUFOUR" userId="1b510d786c1f9072" providerId="LiveId" clId="{C608B8E0-243F-4F3F-80BE-CCAFD2742F60}" dt="2025-10-15T18:34:43.731" v="5310" actId="14100"/>
          <ac:picMkLst>
            <pc:docMk/>
            <pc:sldMk cId="0" sldId="275"/>
            <ac:picMk id="6" creationId="{914177E5-7DF4-82CE-7BA0-FD22FDA2B504}"/>
          </ac:picMkLst>
        </pc:picChg>
      </pc:sldChg>
      <pc:sldChg chg="addSp delSp modSp del mod">
        <pc:chgData name="David DUFOUR" userId="1b510d786c1f9072" providerId="LiveId" clId="{C608B8E0-243F-4F3F-80BE-CCAFD2742F60}" dt="2025-10-16T00:42:16.887" v="5974" actId="47"/>
        <pc:sldMkLst>
          <pc:docMk/>
          <pc:sldMk cId="4167507694" sldId="276"/>
        </pc:sldMkLst>
        <pc:spChg chg="add mod">
          <ac:chgData name="David DUFOUR" userId="1b510d786c1f9072" providerId="LiveId" clId="{C608B8E0-243F-4F3F-80BE-CCAFD2742F60}" dt="2025-10-15T21:02:59.591" v="5742" actId="1076"/>
          <ac:spMkLst>
            <pc:docMk/>
            <pc:sldMk cId="4167507694" sldId="276"/>
            <ac:spMk id="2" creationId="{BE49DEC3-FD5F-5BFF-5A06-198F0E00FBA9}"/>
          </ac:spMkLst>
        </pc:spChg>
        <pc:spChg chg="add mod">
          <ac:chgData name="David DUFOUR" userId="1b510d786c1f9072" providerId="LiveId" clId="{C608B8E0-243F-4F3F-80BE-CCAFD2742F60}" dt="2025-10-15T20:55:20.818" v="5717" actId="6549"/>
          <ac:spMkLst>
            <pc:docMk/>
            <pc:sldMk cId="4167507694" sldId="276"/>
            <ac:spMk id="3" creationId="{66DA2692-F267-8064-2613-B2D58F2C369E}"/>
          </ac:spMkLst>
        </pc:spChg>
        <pc:spChg chg="mod">
          <ac:chgData name="David DUFOUR" userId="1b510d786c1f9072" providerId="LiveId" clId="{C608B8E0-243F-4F3F-80BE-CCAFD2742F60}" dt="2025-10-15T21:02:37.441" v="5740" actId="6549"/>
          <ac:spMkLst>
            <pc:docMk/>
            <pc:sldMk cId="4167507694" sldId="276"/>
            <ac:spMk id="273" creationId="{D6933825-89D6-3600-4D03-A01932C20289}"/>
          </ac:spMkLst>
        </pc:spChg>
        <pc:picChg chg="add mod">
          <ac:chgData name="David DUFOUR" userId="1b510d786c1f9072" providerId="LiveId" clId="{C608B8E0-243F-4F3F-80BE-CCAFD2742F60}" dt="2025-10-15T21:03:12.900" v="5745" actId="1076"/>
          <ac:picMkLst>
            <pc:docMk/>
            <pc:sldMk cId="4167507694" sldId="276"/>
            <ac:picMk id="5" creationId="{FA779309-524A-630E-A79E-7BBDF233CA99}"/>
          </ac:picMkLst>
        </pc:picChg>
      </pc:sldChg>
      <pc:sldChg chg="addSp delSp modSp add mod">
        <pc:chgData name="David DUFOUR" userId="1b510d786c1f9072" providerId="LiveId" clId="{C608B8E0-243F-4F3F-80BE-CCAFD2742F60}" dt="2025-10-16T00:49:20.471" v="6041" actId="1076"/>
        <pc:sldMkLst>
          <pc:docMk/>
          <pc:sldMk cId="3742296944" sldId="277"/>
        </pc:sldMkLst>
        <pc:spChg chg="add mod">
          <ac:chgData name="David DUFOUR" userId="1b510d786c1f9072" providerId="LiveId" clId="{C608B8E0-243F-4F3F-80BE-CCAFD2742F60}" dt="2025-10-15T15:00:50.865" v="5205" actId="1076"/>
          <ac:spMkLst>
            <pc:docMk/>
            <pc:sldMk cId="3742296944" sldId="277"/>
            <ac:spMk id="5" creationId="{57BA6240-6AF6-A99B-0F62-A7738CCC2419}"/>
          </ac:spMkLst>
        </pc:spChg>
        <pc:spChg chg="mod">
          <ac:chgData name="David DUFOUR" userId="1b510d786c1f9072" providerId="LiveId" clId="{C608B8E0-243F-4F3F-80BE-CCAFD2742F60}" dt="2025-09-18T15:24:17.183" v="1815" actId="20577"/>
          <ac:spMkLst>
            <pc:docMk/>
            <pc:sldMk cId="3742296944" sldId="277"/>
            <ac:spMk id="269" creationId="{EE9F8823-865A-2620-4E5E-1CD8F2BE08EF}"/>
          </ac:spMkLst>
        </pc:spChg>
        <pc:picChg chg="add mod">
          <ac:chgData name="David DUFOUR" userId="1b510d786c1f9072" providerId="LiveId" clId="{C608B8E0-243F-4F3F-80BE-CCAFD2742F60}" dt="2025-10-15T15:01:09.928" v="5209" actId="1076"/>
          <ac:picMkLst>
            <pc:docMk/>
            <pc:sldMk cId="3742296944" sldId="277"/>
            <ac:picMk id="3" creationId="{F17AFF65-AF5F-472C-ED10-68F157922CF5}"/>
          </ac:picMkLst>
        </pc:picChg>
        <pc:picChg chg="add mod">
          <ac:chgData name="David DUFOUR" userId="1b510d786c1f9072" providerId="LiveId" clId="{C608B8E0-243F-4F3F-80BE-CCAFD2742F60}" dt="2025-10-16T00:49:20.471" v="6041" actId="1076"/>
          <ac:picMkLst>
            <pc:docMk/>
            <pc:sldMk cId="3742296944" sldId="277"/>
            <ac:picMk id="4" creationId="{F682834F-503A-6A23-9DA8-47FDBC7BE964}"/>
          </ac:picMkLst>
        </pc:picChg>
        <pc:picChg chg="add del mod">
          <ac:chgData name="David DUFOUR" userId="1b510d786c1f9072" providerId="LiveId" clId="{C608B8E0-243F-4F3F-80BE-CCAFD2742F60}" dt="2025-10-15T14:57:22.314" v="5200" actId="478"/>
          <ac:picMkLst>
            <pc:docMk/>
            <pc:sldMk cId="3742296944" sldId="277"/>
            <ac:picMk id="6" creationId="{FB519761-CA0A-6190-D297-0330E4E57CD7}"/>
          </ac:picMkLst>
        </pc:picChg>
        <pc:picChg chg="add del mod">
          <ac:chgData name="David DUFOUR" userId="1b510d786c1f9072" providerId="LiveId" clId="{C608B8E0-243F-4F3F-80BE-CCAFD2742F60}" dt="2025-10-16T00:48:46.657" v="6038" actId="478"/>
          <ac:picMkLst>
            <pc:docMk/>
            <pc:sldMk cId="3742296944" sldId="277"/>
            <ac:picMk id="7" creationId="{DBBD6B47-1D8E-6157-777A-EE1C6B12DFB7}"/>
          </ac:picMkLst>
        </pc:picChg>
      </pc:sldChg>
      <pc:sldChg chg="addSp delSp modSp add mod">
        <pc:chgData name="David DUFOUR" userId="1b510d786c1f9072" providerId="LiveId" clId="{C608B8E0-243F-4F3F-80BE-CCAFD2742F60}" dt="2025-10-14T14:37:25.758" v="5078" actId="207"/>
        <pc:sldMkLst>
          <pc:docMk/>
          <pc:sldMk cId="1360142882" sldId="278"/>
        </pc:sldMkLst>
        <pc:spChg chg="mod">
          <ac:chgData name="David DUFOUR" userId="1b510d786c1f9072" providerId="LiveId" clId="{C608B8E0-243F-4F3F-80BE-CCAFD2742F60}" dt="2025-10-02T19:34:51.113" v="2118" actId="20577"/>
          <ac:spMkLst>
            <pc:docMk/>
            <pc:sldMk cId="1360142882" sldId="278"/>
            <ac:spMk id="2" creationId="{0BE8A01D-9692-1EAA-22AD-6A73D0208E72}"/>
          </ac:spMkLst>
        </pc:spChg>
        <pc:spChg chg="mod">
          <ac:chgData name="David DUFOUR" userId="1b510d786c1f9072" providerId="LiveId" clId="{C608B8E0-243F-4F3F-80BE-CCAFD2742F60}" dt="2025-10-14T14:37:25.758" v="5078" actId="207"/>
          <ac:spMkLst>
            <pc:docMk/>
            <pc:sldMk cId="1360142882" sldId="278"/>
            <ac:spMk id="3" creationId="{EEF12F34-AC9A-9736-5D06-BB5563FA834F}"/>
          </ac:spMkLst>
        </pc:spChg>
        <pc:spChg chg="mod">
          <ac:chgData name="David DUFOUR" userId="1b510d786c1f9072" providerId="LiveId" clId="{C608B8E0-243F-4F3F-80BE-CCAFD2742F60}" dt="2025-10-02T19:34:30.168" v="2107" actId="20577"/>
          <ac:spMkLst>
            <pc:docMk/>
            <pc:sldMk cId="1360142882" sldId="278"/>
            <ac:spMk id="190" creationId="{A84CFA31-4C3A-7B25-C39D-CB2077106CFE}"/>
          </ac:spMkLst>
        </pc:spChg>
        <pc:picChg chg="add mod">
          <ac:chgData name="David DUFOUR" userId="1b510d786c1f9072" providerId="LiveId" clId="{C608B8E0-243F-4F3F-80BE-CCAFD2742F60}" dt="2025-10-02T19:34:16.207" v="2103" actId="1076"/>
          <ac:picMkLst>
            <pc:docMk/>
            <pc:sldMk cId="1360142882" sldId="278"/>
            <ac:picMk id="5" creationId="{1BF2678F-CAFB-3F3E-4622-64359304A7AC}"/>
          </ac:picMkLst>
        </pc:picChg>
      </pc:sldChg>
      <pc:sldChg chg="addSp delSp modSp add mod">
        <pc:chgData name="David DUFOUR" userId="1b510d786c1f9072" providerId="LiveId" clId="{C608B8E0-243F-4F3F-80BE-CCAFD2742F60}" dt="2025-10-15T20:42:31.902" v="5689" actId="14734"/>
        <pc:sldMkLst>
          <pc:docMk/>
          <pc:sldMk cId="4179731925" sldId="279"/>
        </pc:sldMkLst>
        <pc:spChg chg="add del mod">
          <ac:chgData name="David DUFOUR" userId="1b510d786c1f9072" providerId="LiveId" clId="{C608B8E0-243F-4F3F-80BE-CCAFD2742F60}" dt="2025-10-15T20:32:58.875" v="5606" actId="478"/>
          <ac:spMkLst>
            <pc:docMk/>
            <pc:sldMk cId="4179731925" sldId="279"/>
            <ac:spMk id="2" creationId="{61BF9E5E-FA63-D7EB-7940-5A4B91DDF246}"/>
          </ac:spMkLst>
        </pc:spChg>
        <pc:spChg chg="add mod">
          <ac:chgData name="David DUFOUR" userId="1b510d786c1f9072" providerId="LiveId" clId="{C608B8E0-243F-4F3F-80BE-CCAFD2742F60}" dt="2025-10-15T20:18:31.156" v="5580" actId="14100"/>
          <ac:spMkLst>
            <pc:docMk/>
            <pc:sldMk cId="4179731925" sldId="279"/>
            <ac:spMk id="3" creationId="{8E22E161-90D5-FAA0-A061-38B3773264E6}"/>
          </ac:spMkLst>
        </pc:spChg>
        <pc:spChg chg="add mod">
          <ac:chgData name="David DUFOUR" userId="1b510d786c1f9072" providerId="LiveId" clId="{C608B8E0-243F-4F3F-80BE-CCAFD2742F60}" dt="2025-10-15T20:18:31.156" v="5580" actId="14100"/>
          <ac:spMkLst>
            <pc:docMk/>
            <pc:sldMk cId="4179731925" sldId="279"/>
            <ac:spMk id="4" creationId="{A6F20082-477E-DDB9-CE4D-8EC0DF546FF5}"/>
          </ac:spMkLst>
        </pc:spChg>
        <pc:spChg chg="add mod">
          <ac:chgData name="David DUFOUR" userId="1b510d786c1f9072" providerId="LiveId" clId="{C608B8E0-243F-4F3F-80BE-CCAFD2742F60}" dt="2025-10-15T20:17:02.992" v="5572" actId="14100"/>
          <ac:spMkLst>
            <pc:docMk/>
            <pc:sldMk cId="4179731925" sldId="279"/>
            <ac:spMk id="5" creationId="{27699579-0E35-04C5-8250-39D3E07650F2}"/>
          </ac:spMkLst>
        </pc:spChg>
        <pc:spChg chg="mod">
          <ac:chgData name="David DUFOUR" userId="1b510d786c1f9072" providerId="LiveId" clId="{C608B8E0-243F-4F3F-80BE-CCAFD2742F60}" dt="2025-10-15T20:18:31.156" v="5580" actId="14100"/>
          <ac:spMkLst>
            <pc:docMk/>
            <pc:sldMk cId="4179731925" sldId="279"/>
            <ac:spMk id="6" creationId="{E6FCF684-F68B-9D0C-9178-D3BD6460F75B}"/>
          </ac:spMkLst>
        </pc:spChg>
        <pc:spChg chg="add mod">
          <ac:chgData name="David DUFOUR" userId="1b510d786c1f9072" providerId="LiveId" clId="{C608B8E0-243F-4F3F-80BE-CCAFD2742F60}" dt="2025-10-15T20:18:31.156" v="5580" actId="14100"/>
          <ac:spMkLst>
            <pc:docMk/>
            <pc:sldMk cId="4179731925" sldId="279"/>
            <ac:spMk id="7" creationId="{7A75772C-9EEC-FC80-3734-58605DCE7084}"/>
          </ac:spMkLst>
        </pc:spChg>
        <pc:spChg chg="add mod">
          <ac:chgData name="David DUFOUR" userId="1b510d786c1f9072" providerId="LiveId" clId="{C608B8E0-243F-4F3F-80BE-CCAFD2742F60}" dt="2025-10-15T20:18:31.156" v="5580" actId="14100"/>
          <ac:spMkLst>
            <pc:docMk/>
            <pc:sldMk cId="4179731925" sldId="279"/>
            <ac:spMk id="8" creationId="{0E4B567B-C799-65F3-619E-BBCE128102A0}"/>
          </ac:spMkLst>
        </pc:spChg>
        <pc:spChg chg="add mod">
          <ac:chgData name="David DUFOUR" userId="1b510d786c1f9072" providerId="LiveId" clId="{C608B8E0-243F-4F3F-80BE-CCAFD2742F60}" dt="2025-10-15T20:18:31.156" v="5580" actId="14100"/>
          <ac:spMkLst>
            <pc:docMk/>
            <pc:sldMk cId="4179731925" sldId="279"/>
            <ac:spMk id="10" creationId="{E1FFCE58-D216-8EEB-C5D7-28B15D90B2FA}"/>
          </ac:spMkLst>
        </pc:spChg>
        <pc:spChg chg="mod">
          <ac:chgData name="David DUFOUR" userId="1b510d786c1f9072" providerId="LiveId" clId="{C608B8E0-243F-4F3F-80BE-CCAFD2742F60}" dt="2025-10-15T20:18:31.156" v="5580" actId="14100"/>
          <ac:spMkLst>
            <pc:docMk/>
            <pc:sldMk cId="4179731925" sldId="279"/>
            <ac:spMk id="11" creationId="{A3C40155-D3BE-44B0-E82D-BB22F0F92F7C}"/>
          </ac:spMkLst>
        </pc:spChg>
        <pc:spChg chg="add mod">
          <ac:chgData name="David DUFOUR" userId="1b510d786c1f9072" providerId="LiveId" clId="{C608B8E0-243F-4F3F-80BE-CCAFD2742F60}" dt="2025-10-15T20:18:31.156" v="5580" actId="14100"/>
          <ac:spMkLst>
            <pc:docMk/>
            <pc:sldMk cId="4179731925" sldId="279"/>
            <ac:spMk id="12" creationId="{00CFEEBB-6D73-8D09-1BC8-3988D4F76967}"/>
          </ac:spMkLst>
        </pc:spChg>
        <pc:spChg chg="add mod">
          <ac:chgData name="David DUFOUR" userId="1b510d786c1f9072" providerId="LiveId" clId="{C608B8E0-243F-4F3F-80BE-CCAFD2742F60}" dt="2025-10-15T20:18:31.156" v="5580" actId="14100"/>
          <ac:spMkLst>
            <pc:docMk/>
            <pc:sldMk cId="4179731925" sldId="279"/>
            <ac:spMk id="13" creationId="{F8B0AB66-D4A7-21B5-F498-D019C5E1F4F0}"/>
          </ac:spMkLst>
        </pc:spChg>
        <pc:spChg chg="mod">
          <ac:chgData name="David DUFOUR" userId="1b510d786c1f9072" providerId="LiveId" clId="{C608B8E0-243F-4F3F-80BE-CCAFD2742F60}" dt="2025-10-15T20:18:31.156" v="5580" actId="14100"/>
          <ac:spMkLst>
            <pc:docMk/>
            <pc:sldMk cId="4179731925" sldId="279"/>
            <ac:spMk id="14" creationId="{344CAE3F-5FFF-7D74-78C8-244BBCBB2480}"/>
          </ac:spMkLst>
        </pc:spChg>
        <pc:spChg chg="add mod">
          <ac:chgData name="David DUFOUR" userId="1b510d786c1f9072" providerId="LiveId" clId="{C608B8E0-243F-4F3F-80BE-CCAFD2742F60}" dt="2025-10-15T20:16:36.424" v="5570" actId="14100"/>
          <ac:spMkLst>
            <pc:docMk/>
            <pc:sldMk cId="4179731925" sldId="279"/>
            <ac:spMk id="15" creationId="{6238768B-BF67-4A30-0818-F2DF02BD60BD}"/>
          </ac:spMkLst>
        </pc:spChg>
        <pc:spChg chg="add mod">
          <ac:chgData name="David DUFOUR" userId="1b510d786c1f9072" providerId="LiveId" clId="{C608B8E0-243F-4F3F-80BE-CCAFD2742F60}" dt="2025-10-15T20:16:36.424" v="5570" actId="14100"/>
          <ac:spMkLst>
            <pc:docMk/>
            <pc:sldMk cId="4179731925" sldId="279"/>
            <ac:spMk id="16" creationId="{0CAB37CF-FF62-028B-31F9-821D1434FC39}"/>
          </ac:spMkLst>
        </pc:spChg>
        <pc:spChg chg="add mod">
          <ac:chgData name="David DUFOUR" userId="1b510d786c1f9072" providerId="LiveId" clId="{C608B8E0-243F-4F3F-80BE-CCAFD2742F60}" dt="2025-10-15T20:18:06.039" v="5576"/>
          <ac:spMkLst>
            <pc:docMk/>
            <pc:sldMk cId="4179731925" sldId="279"/>
            <ac:spMk id="19" creationId="{2EE59FFD-6D7A-BDAB-FEC2-73F578E52AA3}"/>
          </ac:spMkLst>
        </pc:spChg>
        <pc:spChg chg="add mod">
          <ac:chgData name="David DUFOUR" userId="1b510d786c1f9072" providerId="LiveId" clId="{C608B8E0-243F-4F3F-80BE-CCAFD2742F60}" dt="2025-10-15T20:18:06.039" v="5576"/>
          <ac:spMkLst>
            <pc:docMk/>
            <pc:sldMk cId="4179731925" sldId="279"/>
            <ac:spMk id="22" creationId="{2D62DD53-FC7E-59D3-38D4-29D2C1D97EF5}"/>
          </ac:spMkLst>
        </pc:spChg>
        <pc:spChg chg="add mod">
          <ac:chgData name="David DUFOUR" userId="1b510d786c1f9072" providerId="LiveId" clId="{C608B8E0-243F-4F3F-80BE-CCAFD2742F60}" dt="2025-10-15T20:18:06.039" v="5576"/>
          <ac:spMkLst>
            <pc:docMk/>
            <pc:sldMk cId="4179731925" sldId="279"/>
            <ac:spMk id="23" creationId="{0AD39960-E4FD-56F4-619D-5BF43D77E3E2}"/>
          </ac:spMkLst>
        </pc:spChg>
        <pc:spChg chg="add mod">
          <ac:chgData name="David DUFOUR" userId="1b510d786c1f9072" providerId="LiveId" clId="{C608B8E0-243F-4F3F-80BE-CCAFD2742F60}" dt="2025-10-15T20:18:06.039" v="5576"/>
          <ac:spMkLst>
            <pc:docMk/>
            <pc:sldMk cId="4179731925" sldId="279"/>
            <ac:spMk id="24" creationId="{458D234D-EEEF-1016-7812-D1F4143F9DF0}"/>
          </ac:spMkLst>
        </pc:spChg>
        <pc:spChg chg="add mod">
          <ac:chgData name="David DUFOUR" userId="1b510d786c1f9072" providerId="LiveId" clId="{C608B8E0-243F-4F3F-80BE-CCAFD2742F60}" dt="2025-10-15T20:18:06.039" v="5576"/>
          <ac:spMkLst>
            <pc:docMk/>
            <pc:sldMk cId="4179731925" sldId="279"/>
            <ac:spMk id="25" creationId="{BA61D823-0D74-1D02-B204-42CE5A3E346F}"/>
          </ac:spMkLst>
        </pc:spChg>
        <pc:spChg chg="add mod">
          <ac:chgData name="David DUFOUR" userId="1b510d786c1f9072" providerId="LiveId" clId="{C608B8E0-243F-4F3F-80BE-CCAFD2742F60}" dt="2025-10-15T20:18:06.039" v="5576"/>
          <ac:spMkLst>
            <pc:docMk/>
            <pc:sldMk cId="4179731925" sldId="279"/>
            <ac:spMk id="26" creationId="{D91BD3E4-2BE8-D28C-F095-94B430CAE837}"/>
          </ac:spMkLst>
        </pc:spChg>
        <pc:spChg chg="add mod">
          <ac:chgData name="David DUFOUR" userId="1b510d786c1f9072" providerId="LiveId" clId="{C608B8E0-243F-4F3F-80BE-CCAFD2742F60}" dt="2025-10-15T20:18:06.039" v="5576"/>
          <ac:spMkLst>
            <pc:docMk/>
            <pc:sldMk cId="4179731925" sldId="279"/>
            <ac:spMk id="28" creationId="{E35B0217-926F-F8F1-B03B-28DE3DEFC3C2}"/>
          </ac:spMkLst>
        </pc:spChg>
        <pc:spChg chg="add mod">
          <ac:chgData name="David DUFOUR" userId="1b510d786c1f9072" providerId="LiveId" clId="{C608B8E0-243F-4F3F-80BE-CCAFD2742F60}" dt="2025-10-15T20:18:06.039" v="5576"/>
          <ac:spMkLst>
            <pc:docMk/>
            <pc:sldMk cId="4179731925" sldId="279"/>
            <ac:spMk id="29" creationId="{097AFCA3-FA98-29CC-C5E9-AE4AE08E5FAE}"/>
          </ac:spMkLst>
        </pc:spChg>
        <pc:spChg chg="add mod">
          <ac:chgData name="David DUFOUR" userId="1b510d786c1f9072" providerId="LiveId" clId="{C608B8E0-243F-4F3F-80BE-CCAFD2742F60}" dt="2025-10-15T20:18:06.039" v="5576"/>
          <ac:spMkLst>
            <pc:docMk/>
            <pc:sldMk cId="4179731925" sldId="279"/>
            <ac:spMk id="30" creationId="{775BF30D-8875-8A96-1E63-8FFDC00B2BAD}"/>
          </ac:spMkLst>
        </pc:spChg>
        <pc:spChg chg="add mod">
          <ac:chgData name="David DUFOUR" userId="1b510d786c1f9072" providerId="LiveId" clId="{C608B8E0-243F-4F3F-80BE-CCAFD2742F60}" dt="2025-10-15T20:18:06.039" v="5576"/>
          <ac:spMkLst>
            <pc:docMk/>
            <pc:sldMk cId="4179731925" sldId="279"/>
            <ac:spMk id="31" creationId="{F4876CFE-98D7-EED6-909D-875214C561FD}"/>
          </ac:spMkLst>
        </pc:spChg>
        <pc:spChg chg="add del mod">
          <ac:chgData name="David DUFOUR" userId="1b510d786c1f9072" providerId="LiveId" clId="{C608B8E0-243F-4F3F-80BE-CCAFD2742F60}" dt="2025-10-15T20:33:01.023" v="5607" actId="478"/>
          <ac:spMkLst>
            <pc:docMk/>
            <pc:sldMk cId="4179731925" sldId="279"/>
            <ac:spMk id="35" creationId="{CBF56CD1-A718-20C6-1544-FD9813D7CF43}"/>
          </ac:spMkLst>
        </pc:spChg>
        <pc:spChg chg="add del mod">
          <ac:chgData name="David DUFOUR" userId="1b510d786c1f9072" providerId="LiveId" clId="{C608B8E0-243F-4F3F-80BE-CCAFD2742F60}" dt="2025-10-15T20:33:04.794" v="5610" actId="478"/>
          <ac:spMkLst>
            <pc:docMk/>
            <pc:sldMk cId="4179731925" sldId="279"/>
            <ac:spMk id="36" creationId="{F010ECBF-56CB-577D-D366-5C684850CCA9}"/>
          </ac:spMkLst>
        </pc:spChg>
        <pc:spChg chg="add del mod">
          <ac:chgData name="David DUFOUR" userId="1b510d786c1f9072" providerId="LiveId" clId="{C608B8E0-243F-4F3F-80BE-CCAFD2742F60}" dt="2025-10-15T20:33:03.779" v="5609" actId="478"/>
          <ac:spMkLst>
            <pc:docMk/>
            <pc:sldMk cId="4179731925" sldId="279"/>
            <ac:spMk id="37" creationId="{78CDC406-7ACB-3FCF-5756-7C8A7E40CE77}"/>
          </ac:spMkLst>
        </pc:spChg>
        <pc:spChg chg="add del mod">
          <ac:chgData name="David DUFOUR" userId="1b510d786c1f9072" providerId="LiveId" clId="{C608B8E0-243F-4F3F-80BE-CCAFD2742F60}" dt="2025-10-15T20:33:09.334" v="5612" actId="478"/>
          <ac:spMkLst>
            <pc:docMk/>
            <pc:sldMk cId="4179731925" sldId="279"/>
            <ac:spMk id="38" creationId="{9BB81AE0-445E-A8D8-5E6A-7741ED7BA5B1}"/>
          </ac:spMkLst>
        </pc:spChg>
        <pc:spChg chg="add del mod">
          <ac:chgData name="David DUFOUR" userId="1b510d786c1f9072" providerId="LiveId" clId="{C608B8E0-243F-4F3F-80BE-CCAFD2742F60}" dt="2025-10-15T20:33:10.861" v="5613" actId="478"/>
          <ac:spMkLst>
            <pc:docMk/>
            <pc:sldMk cId="4179731925" sldId="279"/>
            <ac:spMk id="39" creationId="{F8043A29-7A09-EFA5-F6BB-DF8774CFA01C}"/>
          </ac:spMkLst>
        </pc:spChg>
        <pc:spChg chg="add del mod">
          <ac:chgData name="David DUFOUR" userId="1b510d786c1f9072" providerId="LiveId" clId="{C608B8E0-243F-4F3F-80BE-CCAFD2742F60}" dt="2025-10-15T20:32:55.621" v="5605" actId="478"/>
          <ac:spMkLst>
            <pc:docMk/>
            <pc:sldMk cId="4179731925" sldId="279"/>
            <ac:spMk id="41" creationId="{02A19E29-C610-1A0A-585C-09DADA2A1E9B}"/>
          </ac:spMkLst>
        </pc:spChg>
        <pc:spChg chg="add del mod">
          <ac:chgData name="David DUFOUR" userId="1b510d786c1f9072" providerId="LiveId" clId="{C608B8E0-243F-4F3F-80BE-CCAFD2742F60}" dt="2025-10-15T20:34:39.008" v="5621" actId="478"/>
          <ac:spMkLst>
            <pc:docMk/>
            <pc:sldMk cId="4179731925" sldId="279"/>
            <ac:spMk id="43" creationId="{F52A2A8E-E4EC-6368-4CDB-2389797C106F}"/>
          </ac:spMkLst>
        </pc:spChg>
        <pc:spChg chg="add del mod">
          <ac:chgData name="David DUFOUR" userId="1b510d786c1f9072" providerId="LiveId" clId="{C608B8E0-243F-4F3F-80BE-CCAFD2742F60}" dt="2025-10-15T20:35:37.847" v="5626" actId="478"/>
          <ac:spMkLst>
            <pc:docMk/>
            <pc:sldMk cId="4179731925" sldId="279"/>
            <ac:spMk id="45" creationId="{CE5650BB-6DAA-A9E7-2CFD-CDB43FDDF2C3}"/>
          </ac:spMkLst>
        </pc:spChg>
        <pc:spChg chg="mod">
          <ac:chgData name="David DUFOUR" userId="1b510d786c1f9072" providerId="LiveId" clId="{C608B8E0-243F-4F3F-80BE-CCAFD2742F60}" dt="2025-10-15T20:16:09.683" v="5567" actId="20577"/>
          <ac:spMkLst>
            <pc:docMk/>
            <pc:sldMk cId="4179731925" sldId="279"/>
            <ac:spMk id="110" creationId="{06A232F1-6353-A6D4-A4ED-78D2EED887B2}"/>
          </ac:spMkLst>
        </pc:spChg>
        <pc:spChg chg="del mod">
          <ac:chgData name="David DUFOUR" userId="1b510d786c1f9072" providerId="LiveId" clId="{C608B8E0-243F-4F3F-80BE-CCAFD2742F60}" dt="2025-10-15T20:32:52.120" v="5604" actId="478"/>
          <ac:spMkLst>
            <pc:docMk/>
            <pc:sldMk cId="4179731925" sldId="279"/>
            <ac:spMk id="113" creationId="{F6CE689F-960A-08E0-3A1B-B02519F6023D}"/>
          </ac:spMkLst>
        </pc:spChg>
        <pc:graphicFrameChg chg="add mod modGraphic">
          <ac:chgData name="David DUFOUR" userId="1b510d786c1f9072" providerId="LiveId" clId="{C608B8E0-243F-4F3F-80BE-CCAFD2742F60}" dt="2025-10-15T20:42:31.902" v="5689" actId="14734"/>
          <ac:graphicFrameMkLst>
            <pc:docMk/>
            <pc:sldMk cId="4179731925" sldId="279"/>
            <ac:graphicFrameMk id="46" creationId="{3B497E8B-E50F-D926-F67F-E064BD466B97}"/>
          </ac:graphicFrameMkLst>
        </pc:graphicFrameChg>
        <pc:picChg chg="add del mod">
          <ac:chgData name="David DUFOUR" userId="1b510d786c1f9072" providerId="LiveId" clId="{C608B8E0-243F-4F3F-80BE-CCAFD2742F60}" dt="2025-10-15T20:29:29.236" v="5586" actId="478"/>
          <ac:picMkLst>
            <pc:docMk/>
            <pc:sldMk cId="4179731925" sldId="279"/>
            <ac:picMk id="34" creationId="{BE0ED532-0ABD-95D8-9D70-EF55495D9E45}"/>
          </ac:picMkLst>
        </pc:picChg>
      </pc:sldChg>
      <pc:sldChg chg="addSp delSp modSp add mod">
        <pc:chgData name="David DUFOUR" userId="1b510d786c1f9072" providerId="LiveId" clId="{C608B8E0-243F-4F3F-80BE-CCAFD2742F60}" dt="2025-10-15T19:10:18.149" v="5361" actId="20577"/>
        <pc:sldMkLst>
          <pc:docMk/>
          <pc:sldMk cId="814786213" sldId="280"/>
        </pc:sldMkLst>
        <pc:spChg chg="mod">
          <ac:chgData name="David DUFOUR" userId="1b510d786c1f9072" providerId="LiveId" clId="{C608B8E0-243F-4F3F-80BE-CCAFD2742F60}" dt="2025-10-15T19:10:18.149" v="5361" actId="20577"/>
          <ac:spMkLst>
            <pc:docMk/>
            <pc:sldMk cId="814786213" sldId="280"/>
            <ac:spMk id="123" creationId="{5236257F-BCC0-ED8C-6ACF-4F01F843C9D0}"/>
          </ac:spMkLst>
        </pc:spChg>
        <pc:picChg chg="add mod">
          <ac:chgData name="David DUFOUR" userId="1b510d786c1f9072" providerId="LiveId" clId="{C608B8E0-243F-4F3F-80BE-CCAFD2742F60}" dt="2025-10-09T20:31:35.913" v="4668" actId="1076"/>
          <ac:picMkLst>
            <pc:docMk/>
            <pc:sldMk cId="814786213" sldId="280"/>
            <ac:picMk id="4" creationId="{4D88B123-3B32-16D5-0CC5-08BB2708AC97}"/>
          </ac:picMkLst>
        </pc:picChg>
        <pc:picChg chg="add mod">
          <ac:chgData name="David DUFOUR" userId="1b510d786c1f9072" providerId="LiveId" clId="{C608B8E0-243F-4F3F-80BE-CCAFD2742F60}" dt="2025-10-09T20:32:14.802" v="4677" actId="14100"/>
          <ac:picMkLst>
            <pc:docMk/>
            <pc:sldMk cId="814786213" sldId="280"/>
            <ac:picMk id="6" creationId="{B853A8A9-0407-8580-A317-098F5FD368D5}"/>
          </ac:picMkLst>
        </pc:picChg>
      </pc:sldChg>
      <pc:sldChg chg="modSp add mod ord">
        <pc:chgData name="David DUFOUR" userId="1b510d786c1f9072" providerId="LiveId" clId="{C608B8E0-243F-4F3F-80BE-CCAFD2742F60}" dt="2025-10-15T20:54:03.227" v="5716" actId="207"/>
        <pc:sldMkLst>
          <pc:docMk/>
          <pc:sldMk cId="4047123305" sldId="281"/>
        </pc:sldMkLst>
        <pc:spChg chg="mod">
          <ac:chgData name="David DUFOUR" userId="1b510d786c1f9072" providerId="LiveId" clId="{C608B8E0-243F-4F3F-80BE-CCAFD2742F60}" dt="2025-10-15T20:54:03.227" v="5716" actId="207"/>
          <ac:spMkLst>
            <pc:docMk/>
            <pc:sldMk cId="4047123305" sldId="281"/>
            <ac:spMk id="2" creationId="{48D6E9DF-9966-CD8C-12DC-59F42BBB89E8}"/>
          </ac:spMkLst>
        </pc:spChg>
        <pc:spChg chg="mod">
          <ac:chgData name="David DUFOUR" userId="1b510d786c1f9072" providerId="LiveId" clId="{C608B8E0-243F-4F3F-80BE-CCAFD2742F60}" dt="2025-10-14T14:38:33.177" v="5088" actId="1076"/>
          <ac:spMkLst>
            <pc:docMk/>
            <pc:sldMk cId="4047123305" sldId="281"/>
            <ac:spMk id="110" creationId="{81E45382-7F3C-F940-E022-DA559963AC8B}"/>
          </ac:spMkLst>
        </pc:spChg>
      </pc:sldChg>
      <pc:sldChg chg="add">
        <pc:chgData name="David DUFOUR" userId="1b510d786c1f9072" providerId="LiveId" clId="{C608B8E0-243F-4F3F-80BE-CCAFD2742F60}" dt="2025-10-15T20:15:12.990" v="5496" actId="2890"/>
        <pc:sldMkLst>
          <pc:docMk/>
          <pc:sldMk cId="2054775685" sldId="282"/>
        </pc:sldMkLst>
      </pc:sldChg>
      <pc:sldChg chg="addSp delSp modSp add mod">
        <pc:chgData name="David DUFOUR" userId="1b510d786c1f9072" providerId="LiveId" clId="{C608B8E0-243F-4F3F-80BE-CCAFD2742F60}" dt="2025-10-16T00:42:46.027" v="5992" actId="20577"/>
        <pc:sldMkLst>
          <pc:docMk/>
          <pc:sldMk cId="486231241" sldId="283"/>
        </pc:sldMkLst>
        <pc:spChg chg="del">
          <ac:chgData name="David DUFOUR" userId="1b510d786c1f9072" providerId="LiveId" clId="{C608B8E0-243F-4F3F-80BE-CCAFD2742F60}" dt="2025-10-16T00:19:29.258" v="5795" actId="478"/>
          <ac:spMkLst>
            <pc:docMk/>
            <pc:sldMk cId="486231241" sldId="283"/>
            <ac:spMk id="2" creationId="{812CBD5E-B376-B8F4-ECCC-530E1A240A21}"/>
          </ac:spMkLst>
        </pc:spChg>
        <pc:spChg chg="del">
          <ac:chgData name="David DUFOUR" userId="1b510d786c1f9072" providerId="LiveId" clId="{C608B8E0-243F-4F3F-80BE-CCAFD2742F60}" dt="2025-10-16T00:27:43.993" v="5868" actId="478"/>
          <ac:spMkLst>
            <pc:docMk/>
            <pc:sldMk cId="486231241" sldId="283"/>
            <ac:spMk id="3" creationId="{22AFA7D1-DA43-21A9-2B2F-80ABFF9A68AB}"/>
          </ac:spMkLst>
        </pc:spChg>
        <pc:spChg chg="mod">
          <ac:chgData name="David DUFOUR" userId="1b510d786c1f9072" providerId="LiveId" clId="{C608B8E0-243F-4F3F-80BE-CCAFD2742F60}" dt="2025-10-16T00:42:46.027" v="5992" actId="20577"/>
          <ac:spMkLst>
            <pc:docMk/>
            <pc:sldMk cId="486231241" sldId="283"/>
            <ac:spMk id="212" creationId="{23AC5765-87EA-F2FC-5B80-6189119D1643}"/>
          </ac:spMkLst>
        </pc:spChg>
        <pc:spChg chg="mod">
          <ac:chgData name="David DUFOUR" userId="1b510d786c1f9072" providerId="LiveId" clId="{C608B8E0-243F-4F3F-80BE-CCAFD2742F60}" dt="2025-10-16T00:27:55.739" v="5870" actId="207"/>
          <ac:spMkLst>
            <pc:docMk/>
            <pc:sldMk cId="486231241" sldId="283"/>
            <ac:spMk id="215" creationId="{B7B62DE9-673A-67C6-0C3C-76F63894C5E3}"/>
          </ac:spMkLst>
        </pc:spChg>
        <pc:spChg chg="del">
          <ac:chgData name="David DUFOUR" userId="1b510d786c1f9072" providerId="LiveId" clId="{C608B8E0-243F-4F3F-80BE-CCAFD2742F60}" dt="2025-10-16T00:19:26.456" v="5794" actId="478"/>
          <ac:spMkLst>
            <pc:docMk/>
            <pc:sldMk cId="486231241" sldId="283"/>
            <ac:spMk id="216" creationId="{B77F7F0C-5974-A820-FC34-5BBA6B74E56B}"/>
          </ac:spMkLst>
        </pc:spChg>
        <pc:picChg chg="del">
          <ac:chgData name="David DUFOUR" userId="1b510d786c1f9072" providerId="LiveId" clId="{C608B8E0-243F-4F3F-80BE-CCAFD2742F60}" dt="2025-10-16T00:19:15.826" v="5793" actId="478"/>
          <ac:picMkLst>
            <pc:docMk/>
            <pc:sldMk cId="486231241" sldId="283"/>
            <ac:picMk id="5" creationId="{95B7F364-A6B8-2A8E-668C-110DB5CF8860}"/>
          </ac:picMkLst>
        </pc:picChg>
        <pc:picChg chg="del">
          <ac:chgData name="David DUFOUR" userId="1b510d786c1f9072" providerId="LiveId" clId="{C608B8E0-243F-4F3F-80BE-CCAFD2742F60}" dt="2025-10-16T00:15:08.518" v="5786" actId="478"/>
          <ac:picMkLst>
            <pc:docMk/>
            <pc:sldMk cId="486231241" sldId="283"/>
            <ac:picMk id="6" creationId="{93EF5255-C61F-28AE-9650-259E498EAEFE}"/>
          </ac:picMkLst>
        </pc:picChg>
        <pc:picChg chg="add mod">
          <ac:chgData name="David DUFOUR" userId="1b510d786c1f9072" providerId="LiveId" clId="{C608B8E0-243F-4F3F-80BE-CCAFD2742F60}" dt="2025-10-16T00:28:15.638" v="5873" actId="14100"/>
          <ac:picMkLst>
            <pc:docMk/>
            <pc:sldMk cId="486231241" sldId="283"/>
            <ac:picMk id="7" creationId="{37879BA5-A619-4F57-7F53-DFB31A63CF71}"/>
          </ac:picMkLst>
        </pc:picChg>
        <pc:picChg chg="del">
          <ac:chgData name="David DUFOUR" userId="1b510d786c1f9072" providerId="LiveId" clId="{C608B8E0-243F-4F3F-80BE-CCAFD2742F60}" dt="2025-10-16T00:15:07.642" v="5785" actId="478"/>
          <ac:picMkLst>
            <pc:docMk/>
            <pc:sldMk cId="486231241" sldId="283"/>
            <ac:picMk id="217" creationId="{60884CD7-344C-7411-8161-82CA91371E4D}"/>
          </ac:picMkLst>
        </pc:picChg>
      </pc:sldChg>
      <pc:sldChg chg="addSp delSp modSp add mod">
        <pc:chgData name="David DUFOUR" userId="1b510d786c1f9072" providerId="LiveId" clId="{C608B8E0-243F-4F3F-80BE-CCAFD2742F60}" dt="2025-10-16T00:48:28.044" v="6037" actId="207"/>
        <pc:sldMkLst>
          <pc:docMk/>
          <pc:sldMk cId="107312296" sldId="284"/>
        </pc:sldMkLst>
        <pc:spChg chg="mod">
          <ac:chgData name="David DUFOUR" userId="1b510d786c1f9072" providerId="LiveId" clId="{C608B8E0-243F-4F3F-80BE-CCAFD2742F60}" dt="2025-10-16T00:43:01.280" v="6001" actId="20577"/>
          <ac:spMkLst>
            <pc:docMk/>
            <pc:sldMk cId="107312296" sldId="284"/>
            <ac:spMk id="240" creationId="{C720BB87-3428-EFE4-D50A-941B2E14D887}"/>
          </ac:spMkLst>
        </pc:spChg>
        <pc:spChg chg="mod">
          <ac:chgData name="David DUFOUR" userId="1b510d786c1f9072" providerId="LiveId" clId="{C608B8E0-243F-4F3F-80BE-CCAFD2742F60}" dt="2025-10-16T00:48:28.044" v="6037" actId="207"/>
          <ac:spMkLst>
            <pc:docMk/>
            <pc:sldMk cId="107312296" sldId="284"/>
            <ac:spMk id="244" creationId="{4AD0F338-EEEC-DD5C-55EB-BC817761B12D}"/>
          </ac:spMkLst>
        </pc:spChg>
        <pc:picChg chg="add mod">
          <ac:chgData name="David DUFOUR" userId="1b510d786c1f9072" providerId="LiveId" clId="{C608B8E0-243F-4F3F-80BE-CCAFD2742F60}" dt="2025-10-16T00:45:17.856" v="6009" actId="1076"/>
          <ac:picMkLst>
            <pc:docMk/>
            <pc:sldMk cId="107312296" sldId="284"/>
            <ac:picMk id="3" creationId="{8A00E2BF-7581-3F2C-30BD-7158F89ECD71}"/>
          </ac:picMkLst>
        </pc:picChg>
        <pc:picChg chg="del">
          <ac:chgData name="David DUFOUR" userId="1b510d786c1f9072" providerId="LiveId" clId="{C608B8E0-243F-4F3F-80BE-CCAFD2742F60}" dt="2025-10-16T00:43:19.367" v="6003" actId="478"/>
          <ac:picMkLst>
            <pc:docMk/>
            <pc:sldMk cId="107312296" sldId="284"/>
            <ac:picMk id="6" creationId="{D86E8382-0D18-1D8F-4197-1C7DD5B8942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26216f2d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1" name="Google Shape;71;g3126216f2d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86e688a6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0" name="Google Shape;80;g3686e688a6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d87d275a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2" name="Google Shape;142;g36d87d275a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d87d275a8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17" name="Google Shape;117;g36d87d275a8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C0FD0EFD-C4EC-EB49-0719-4C3E92C4D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d87d275a8_0_23:notes">
            <a:extLst>
              <a:ext uri="{FF2B5EF4-FFF2-40B4-BE49-F238E27FC236}">
                <a16:creationId xmlns:a16="http://schemas.microsoft.com/office/drawing/2014/main" id="{79854638-0A50-2F0C-B88E-05CF799ED4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17" name="Google Shape;117;g36d87d275a8_0_23:notes">
            <a:extLst>
              <a:ext uri="{FF2B5EF4-FFF2-40B4-BE49-F238E27FC236}">
                <a16:creationId xmlns:a16="http://schemas.microsoft.com/office/drawing/2014/main" id="{69AAF9C0-D31C-4673-52B2-F7C7165A2E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5233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12334ca74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1" name="Google Shape;151;g3612334ca74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0ed1d9b2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7" name="Google Shape;107;g310ed1d9b2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6fec01c7e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61" name="Google Shape;161;g366fec01c7e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Interprétation du plan F1/F2 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- Les clusters sont difficilement identifiables à l'oeil nu, ils se superposent les uns aux autres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- Sans l'affichage des centroïdes, il est compliqué de les identifier sur le plan : l'algorithme K-Means n'est pas parvenu à minimiser efficacement l'inertie intra-classe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- Pour notre développement à l'international, on devrait se concentrer sur les pays situés dans la zone avec une composante F1 max (IPL, accès éléctricité, stabilité politique) et une composante F2 autour de 0 (population, PIB et % importations volailles influençant F2 dans le sens inverse) : cela correspond au cluster a.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D90AFA56-2143-71EA-88F3-244C6FA1F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0ed1d9b2f_0_23:notes">
            <a:extLst>
              <a:ext uri="{FF2B5EF4-FFF2-40B4-BE49-F238E27FC236}">
                <a16:creationId xmlns:a16="http://schemas.microsoft.com/office/drawing/2014/main" id="{B2C8B237-1A19-BD67-DFC5-5444666204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7" name="Google Shape;107;g310ed1d9b2f_0_23:notes">
            <a:extLst>
              <a:ext uri="{FF2B5EF4-FFF2-40B4-BE49-F238E27FC236}">
                <a16:creationId xmlns:a16="http://schemas.microsoft.com/office/drawing/2014/main" id="{C7F96414-27F9-8E38-0C25-7AD59CE24B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214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D23A8487-9422-7903-BE00-E7C0365E8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0ed1d9b2f_0_23:notes">
            <a:extLst>
              <a:ext uri="{FF2B5EF4-FFF2-40B4-BE49-F238E27FC236}">
                <a16:creationId xmlns:a16="http://schemas.microsoft.com/office/drawing/2014/main" id="{A6302C63-94E6-1322-2887-607CD404C8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7" name="Google Shape;107;g310ed1d9b2f_0_23:notes">
            <a:extLst>
              <a:ext uri="{FF2B5EF4-FFF2-40B4-BE49-F238E27FC236}">
                <a16:creationId xmlns:a16="http://schemas.microsoft.com/office/drawing/2014/main" id="{C326210B-7DA0-E912-4B50-FC25A31761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4602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6fec01c7e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9" name="Google Shape;179;g366fec01c7e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dirty="0"/>
              <a:t>Interprétation du plan F3/F4 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dirty="0"/>
              <a:t>- Cette fois-ci encore, les clusters se superposent les uns aux autres ce qui rend l'identification des clusters ardue.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dirty="0"/>
              <a:t>- Sans l'affichage des centroïdes, il est compliqué de les identifier sur le plan : l'algorithme K-Means n'est pas parvenu à minimiser efficacement l'inertie intra-classe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 dirty="0"/>
              <a:t>- Pour notre développement à l'international, on devrait se concentrer sur les pays situés dans la zone avec une composante F3 négative (IPL, stabilité politique) et une composante F4 probalement positive (importations, distance) : ce sont les clusters b et d qui correspondent le plus à ce que l'on recherche.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9BC92389-5AE0-8538-66CC-454C449AB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6fec01c7e_0_49:notes">
            <a:extLst>
              <a:ext uri="{FF2B5EF4-FFF2-40B4-BE49-F238E27FC236}">
                <a16:creationId xmlns:a16="http://schemas.microsoft.com/office/drawing/2014/main" id="{67E651F4-6E67-9751-6B2B-AE3D74E720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9" name="Google Shape;179;g366fec01c7e_0_49:notes">
            <a:extLst>
              <a:ext uri="{FF2B5EF4-FFF2-40B4-BE49-F238E27FC236}">
                <a16:creationId xmlns:a16="http://schemas.microsoft.com/office/drawing/2014/main" id="{D3AB1D06-619F-86E4-4606-08EC00E383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dirty="0"/>
              <a:t>Interprétation du plan F3/F4 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dirty="0"/>
              <a:t>- Cette fois-ci encore, les clusters se superposent les uns aux autres ce qui rend l'identification des clusters ardue.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dirty="0"/>
              <a:t>- Sans l'affichage des centroïdes, il est compliqué de les identifier sur le plan : l'algorithme K-Means n'est pas parvenu à minimiser efficacement l'inertie intra-classe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 dirty="0"/>
              <a:t>- Pour notre développement à l'international, on devrait se concentrer sur les pays situés dans la zone avec une composante F3 négative (IPL, stabilité politique) et une composante F4 probalement positive (importations, distance) : ce sont les clusters b et d qui correspondent le plus à ce que l'on recherche.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84729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AF0FBC9B-B191-7EB6-E9D4-31A0CF3C4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0ed1d9b2f_0_23:notes">
            <a:extLst>
              <a:ext uri="{FF2B5EF4-FFF2-40B4-BE49-F238E27FC236}">
                <a16:creationId xmlns:a16="http://schemas.microsoft.com/office/drawing/2014/main" id="{B9E4293A-AE34-4130-8F5B-26995EA0CB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7" name="Google Shape;107;g310ed1d9b2f_0_23:notes">
            <a:extLst>
              <a:ext uri="{FF2B5EF4-FFF2-40B4-BE49-F238E27FC236}">
                <a16:creationId xmlns:a16="http://schemas.microsoft.com/office/drawing/2014/main" id="{BE172AC4-7A6C-FB59-2AE4-D962B41749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1847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95DA1642-AFC2-24FA-D769-68722F00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6fec01c7e_0_41:notes">
            <a:extLst>
              <a:ext uri="{FF2B5EF4-FFF2-40B4-BE49-F238E27FC236}">
                <a16:creationId xmlns:a16="http://schemas.microsoft.com/office/drawing/2014/main" id="{3A492A97-B387-FD3C-818C-36B4EDC989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9" name="Google Shape;209;g366fec01c7e_0_41:notes">
            <a:extLst>
              <a:ext uri="{FF2B5EF4-FFF2-40B4-BE49-F238E27FC236}">
                <a16:creationId xmlns:a16="http://schemas.microsoft.com/office/drawing/2014/main" id="{01813333-6B3B-8BB2-B92C-4DF7A0FC94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Interprétation du plan F4/F5 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- Idem, les clusters superposés et très étalés ne nous permettent pas de les identifier rapidement à l'oeil nu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- Sans l'affichage des centroïdes, il est compliqué de les identifier sur le plan : l'algorithme K-Means n'est pas parvenu à minimiser efficacement l'inertie intra-classe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- Pour notre développement à l'international, on devrait se concentrer sur les pays situés dans la zone avec une composante F4 probalement positive (importations, distance) et une composante F5 positive (importations et distance inluençant F5 négativement) : ce sont les clusters a et c qui correspondent le plus à ce que l'on recherche.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872288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12334ca74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7" name="Google Shape;237;g3612334ca74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1594F21D-55EE-C443-83EF-A9835B980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12334ca74_0_78:notes">
            <a:extLst>
              <a:ext uri="{FF2B5EF4-FFF2-40B4-BE49-F238E27FC236}">
                <a16:creationId xmlns:a16="http://schemas.microsoft.com/office/drawing/2014/main" id="{0B3581C3-FD8A-2BB4-CF3C-3F9CD7C4D3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7" name="Google Shape;237;g3612334ca74_0_78:notes">
            <a:extLst>
              <a:ext uri="{FF2B5EF4-FFF2-40B4-BE49-F238E27FC236}">
                <a16:creationId xmlns:a16="http://schemas.microsoft.com/office/drawing/2014/main" id="{D1871B3D-5BA5-0CAC-71A7-79D350BBB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88141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188C5F94-380D-68B1-D12B-85CF7952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6fec01c7e_0_87:notes">
            <a:extLst>
              <a:ext uri="{FF2B5EF4-FFF2-40B4-BE49-F238E27FC236}">
                <a16:creationId xmlns:a16="http://schemas.microsoft.com/office/drawing/2014/main" id="{B4BDFBCA-556F-5D3E-B9F3-BAEB34448F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6" name="Google Shape;266;g366fec01c7e_0_87:notes">
            <a:extLst>
              <a:ext uri="{FF2B5EF4-FFF2-40B4-BE49-F238E27FC236}">
                <a16:creationId xmlns:a16="http://schemas.microsoft.com/office/drawing/2014/main" id="{D1850ED3-2E47-CB26-AFF6-30BE4AD613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3689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6fec01c7e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93" name="Google Shape;293;g366fec01c7e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2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cluster a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est le plus intéressant si l'on souhaite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commercialiser des poulets à l'international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 il constitue le cluster privilégié pour 6 des 11 variables initiales. 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2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 choisissant d'étendre l'activité dans les pays du cluster a, on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minimise les frais et les complexités logistiques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liées aux infrastructures, on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minimise les risques géopolitiques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et on vient répondre à des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besoins réels d'importation de viande de volaille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2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cluster a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concentre l'essentiel des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importations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" sz="1003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 volailles en valeur </a:t>
            </a:r>
            <a:r>
              <a:rPr lang="fr" sz="100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alors même que le cluster c comporte beaucoup plus d'habitants, produit plus de richesse et que les pays du cluster d importent une proportion de viande de volaille plus importante que les autres clusters.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191" y="1"/>
            <a:ext cx="9145191" cy="5146166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  <a:prstGeom prst="rect">
            <a:avLst/>
          </a:prstGeom>
        </p:spPr>
        <p:txBody>
          <a:bodyPr anchor="b"/>
          <a:lstStyle>
            <a:lvl1pPr>
              <a:defRPr sz="405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619239" y="1344169"/>
            <a:ext cx="742949" cy="2285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8B9EB92C-5E40-4098-8774-9633911995FD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713982" y="2420874"/>
            <a:ext cx="2900934" cy="233172"/>
          </a:xfrm>
        </p:spPr>
        <p:txBody>
          <a:bodyPr/>
          <a:lstStyle>
            <a:lvl1pPr>
              <a:defRPr sz="750"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3257" y="219457"/>
            <a:ext cx="628649" cy="575765"/>
          </a:xfrm>
        </p:spPr>
        <p:txBody>
          <a:bodyPr/>
          <a:lstStyle>
            <a:lvl1pPr>
              <a:defRPr sz="2100" b="0" i="0"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0649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2"/>
            <a:ext cx="6619244" cy="530223"/>
          </a:xfrm>
          <a:prstGeom prst="rect">
            <a:avLst/>
          </a:prstGeom>
        </p:spPr>
        <p:txBody>
          <a:bodyPr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F1463-8E2B-4C2A-A834-D2C9AE49144F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50" b="1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229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191" y="1"/>
            <a:ext cx="9145191" cy="5146166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009394"/>
            <a:ext cx="3257550" cy="1714500"/>
          </a:xfrm>
          <a:prstGeom prst="rect">
            <a:avLst/>
          </a:prstGeom>
        </p:spPr>
        <p:txBody>
          <a:bodyPr anchor="ctr" anchorCtr="0"/>
          <a:lstStyle>
            <a:lvl1pPr algn="l">
              <a:defRPr sz="3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0932" y="2009394"/>
            <a:ext cx="2818638" cy="1714500"/>
          </a:xfrm>
        </p:spPr>
        <p:txBody>
          <a:bodyPr anchor="ctr" anchorCtr="0"/>
          <a:lstStyle>
            <a:lvl1pPr marL="0" indent="0" algn="l">
              <a:buNone/>
              <a:defRPr sz="150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F7646-4222-46ED-AF3C-606796561C70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50" b="1"/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76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726948"/>
            <a:ext cx="6619244" cy="528066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6" y="1952625"/>
            <a:ext cx="3621024" cy="256222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82" y="1952625"/>
            <a:ext cx="3621024" cy="2562225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DE27F-6425-4C38-B1AF-0E72E4AF3748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6915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26948"/>
            <a:ext cx="6619244" cy="5280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4530"/>
            <a:ext cx="362102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6" y="2398836"/>
            <a:ext cx="3621024" cy="213283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82" y="1954530"/>
            <a:ext cx="362102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3" y="2390941"/>
            <a:ext cx="3618870" cy="2140733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1DAF-105C-45CD-A157-9B5BC3F33BA3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109" y="726948"/>
            <a:ext cx="6619244" cy="528066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A239-649B-425A-B008-F0C747879C28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698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C5E94-0DC7-4BC4-B954-553F9B7DC56E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079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191" y="1"/>
            <a:ext cx="9145191" cy="5146166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836"/>
            <a:ext cx="2094869" cy="1197864"/>
          </a:xfrm>
          <a:prstGeom prst="rect">
            <a:avLst/>
          </a:prstGeo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4256" y="1085850"/>
            <a:ext cx="3896998" cy="34290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E8DE4-3455-4ED2-B0E7-8112F5B4A439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5306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191" y="1"/>
            <a:ext cx="9145191" cy="5146166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1" y="1269999"/>
            <a:ext cx="2895194" cy="130175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CFD76-450A-4E30-9F9C-DD0198B219A8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7073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191" y="1"/>
            <a:ext cx="9145191" cy="5146166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8" y="3727445"/>
            <a:ext cx="6619243" cy="42505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8" y="4152499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A6E1-E389-4071-B20C-16F92695E23C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865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191" y="1"/>
            <a:ext cx="9145191" cy="5146166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95528"/>
            <a:ext cx="6624828" cy="1028700"/>
          </a:xfrm>
          <a:prstGeom prst="rect">
            <a:avLst/>
          </a:prstGeo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4109" y="2660904"/>
            <a:ext cx="6619244" cy="1858518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453AC-1734-4018-840B-E210C475790B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9873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91" y="1"/>
            <a:ext cx="9145191" cy="5146166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2" name="TextBox 11"/>
          <p:cNvSpPr txBox="1"/>
          <p:nvPr/>
        </p:nvSpPr>
        <p:spPr bwMode="gray">
          <a:xfrm>
            <a:off x="673721" y="447576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7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7286297" y="1971975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7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735388"/>
            <a:ext cx="6345737" cy="2023687"/>
          </a:xfrm>
          <a:prstGeom prst="rect">
            <a:avLst/>
          </a:prstGeo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459459" y="2759990"/>
            <a:ext cx="5794329" cy="25663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05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8"/>
            <a:ext cx="6619244" cy="748394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A308F-BE60-4CB1-9339-9E0E91D9B0BE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790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191" y="1"/>
            <a:ext cx="9145191" cy="5146166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80144"/>
            <a:ext cx="6649217" cy="1364742"/>
          </a:xfrm>
          <a:prstGeom prst="rect">
            <a:avLst/>
          </a:prstGeo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71900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0B3D-9B64-4F01-BB7F-1B0A802BA2FA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3529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  <a:prstGeom prst="rect">
            <a:avLst/>
          </a:prstGeom>
        </p:spPr>
        <p:txBody>
          <a:bodyPr/>
          <a:lstStyle>
            <a:lvl1pPr>
              <a:defRPr sz="27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2346876" cy="43219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6" y="2384823"/>
            <a:ext cx="2346876" cy="21354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59035" cy="432196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59035" cy="21354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5025" y="1946274"/>
            <a:ext cx="2370772" cy="438549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5025" y="2384823"/>
            <a:ext cx="2370772" cy="21354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88743" y="1952625"/>
            <a:ext cx="24423" cy="2567666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31868" y="1952625"/>
            <a:ext cx="0" cy="2567666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BE7AF-AA4B-46BE-838A-4C338375E62E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835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  <a:prstGeom prst="rect">
            <a:avLst/>
          </a:prstGeom>
        </p:spPr>
        <p:txBody>
          <a:bodyPr anchor="ctr" anchorCtr="0"/>
          <a:lstStyle>
            <a:lvl1pPr>
              <a:defRPr sz="27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4"/>
            <a:ext cx="2287829" cy="432195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4" y="1958187"/>
            <a:ext cx="2018432" cy="118807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1"/>
            <a:ext cx="2287829" cy="68846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1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6649" y="3831831"/>
            <a:ext cx="2287829" cy="68443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575" y="3399631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575" y="3831831"/>
            <a:ext cx="2287829" cy="68846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88184" y="1952626"/>
            <a:ext cx="1" cy="2596358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55514" y="1952626"/>
            <a:ext cx="0" cy="2596358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8E1F-D667-458C-B716-9A8AAF40FC63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4803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46275"/>
            <a:ext cx="6619244" cy="2568576"/>
          </a:xfrm>
        </p:spPr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37E0B-CC2C-4DB1-B5A0-147DFC9B6DB7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911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191" y="1"/>
            <a:ext cx="9145191" cy="5146166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2568" y="958850"/>
            <a:ext cx="1081175" cy="3561443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49"/>
            <a:ext cx="4692019" cy="356144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058A3-96F2-47F9-BD31-E464CCFF3020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0746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2160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191" y="1"/>
            <a:ext cx="9145191" cy="5146166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571" y="4793743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6C4C5845-A62F-4C23-8BFE-B5D88012682B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8338" y="4793742"/>
            <a:ext cx="2900934" cy="23317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3414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3" r:id="rId1"/>
    <p:sldLayoutId id="2147484074" r:id="rId2"/>
    <p:sldLayoutId id="2147484075" r:id="rId3"/>
    <p:sldLayoutId id="2147484076" r:id="rId4"/>
    <p:sldLayoutId id="2147484077" r:id="rId5"/>
    <p:sldLayoutId id="2147484078" r:id="rId6"/>
    <p:sldLayoutId id="2147484079" r:id="rId7"/>
    <p:sldLayoutId id="2147484080" r:id="rId8"/>
    <p:sldLayoutId id="2147484081" r:id="rId9"/>
    <p:sldLayoutId id="2147484082" r:id="rId10"/>
    <p:sldLayoutId id="2147484083" r:id="rId11"/>
    <p:sldLayoutId id="2147484084" r:id="rId12"/>
    <p:sldLayoutId id="2147484085" r:id="rId13"/>
    <p:sldLayoutId id="2147484086" r:id="rId14"/>
    <p:sldLayoutId id="2147484087" r:id="rId15"/>
    <p:sldLayoutId id="2147484088" r:id="rId16"/>
    <p:sldLayoutId id="2147484089" r:id="rId17"/>
    <p:sldLayoutId id="2147484090" r:id="rId18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748775" y="679450"/>
            <a:ext cx="7790100" cy="1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4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207"/>
              <a:buFont typeface="Arial"/>
              <a:buNone/>
            </a:pPr>
            <a:r>
              <a:rPr lang="fr" sz="8495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ONCFM</a:t>
            </a:r>
            <a:endParaRPr sz="8495" b="1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2486"/>
              <a:buFont typeface="Arial"/>
              <a:buNone/>
            </a:pPr>
            <a:r>
              <a:rPr lang="fr" sz="4245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fr" sz="4455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Organisation nationale de lutte contre le faux monnayage)</a:t>
            </a:r>
            <a:endParaRPr sz="4455" b="1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sz="5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Détection de faux billets</a:t>
            </a:r>
            <a:endParaRPr sz="5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2634052" y="3507361"/>
            <a:ext cx="38076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1700" b="0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David DUFOUR</a:t>
            </a:r>
            <a:endParaRPr sz="25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2634052" y="3900279"/>
            <a:ext cx="38076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1700" b="0" i="1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Data Analyst</a:t>
            </a:r>
            <a:endParaRPr sz="2500" b="0" i="1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2581840" y="4345446"/>
            <a:ext cx="38076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fr" sz="1700" b="0" i="1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09.2025</a:t>
            </a:r>
            <a:endParaRPr sz="2500" b="0" i="1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78C080B-4063-2EBC-E89A-79EA22CC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4405" y="4712562"/>
            <a:ext cx="337134" cy="33436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000" smtClean="0">
                <a:solidFill>
                  <a:schemeClr val="tx2"/>
                </a:solidFill>
              </a:rPr>
              <a:t>1</a:t>
            </a:fld>
            <a:endParaRPr lang="fr-FR" sz="1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>
            <a:spLocks noGrp="1"/>
          </p:cNvSpPr>
          <p:nvPr>
            <p:ph type="body" idx="1"/>
          </p:nvPr>
        </p:nvSpPr>
        <p:spPr>
          <a:xfrm>
            <a:off x="895525" y="2039950"/>
            <a:ext cx="7805100" cy="27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751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84"/>
              <a:buFont typeface="Montserrat"/>
              <a:buChar char="●"/>
            </a:pPr>
            <a:r>
              <a:rPr lang="fr" sz="1095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Contexte</a:t>
            </a:r>
            <a:r>
              <a:rPr lang="fr" sz="985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 										</a:t>
            </a:r>
            <a:r>
              <a:rPr lang="fr" sz="1000" b="1" u="sng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  <a:hlinkClick r:id="" action="ppaction://hlinkshowjump?jump=next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3</a:t>
            </a:r>
            <a:endParaRPr sz="1000" b="1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</a:ext>
              </a:extLst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985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"/>
                </a:ext>
              </a:extLst>
            </a:endParaRPr>
          </a:p>
          <a:p>
            <a:pPr marL="457200" lvl="0" indent="-29114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85"/>
              <a:buFont typeface="Montserrat"/>
              <a:buChar char="●"/>
            </a:pPr>
            <a:r>
              <a:rPr lang="fr" sz="1095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</a:ext>
                </a:extLst>
              </a:rPr>
              <a:t>Étapes</a:t>
            </a:r>
            <a:r>
              <a:rPr lang="fr" sz="1095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</a:ext>
                </a:extLst>
              </a:rPr>
              <a:t> du processus</a:t>
            </a:r>
            <a:r>
              <a:rPr lang="fr" sz="985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</a:ext>
                </a:extLst>
              </a:rPr>
              <a:t> 								</a:t>
            </a:r>
            <a:r>
              <a:rPr lang="fr" sz="1000" b="1" u="sng" dirty="0">
                <a:solidFill>
                  <a:schemeClr val="tx2"/>
                </a:solidFill>
                <a:latin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4</a:t>
            </a:r>
            <a:endParaRPr sz="1000" b="1" u="sng" dirty="0">
              <a:solidFill>
                <a:schemeClr val="tx2"/>
              </a:solidFill>
              <a:latin typeface="Montserrat"/>
              <a:sym typeface="Montserrat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</a:ext>
              </a:extLst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985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75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84"/>
              <a:buFont typeface="Montserrat"/>
              <a:buChar char="●"/>
            </a:pPr>
            <a:r>
              <a:rPr lang="fr" sz="1095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7"/>
                  </a:ext>
                </a:extLst>
              </a:rPr>
              <a:t>Pré-traitement des données</a:t>
            </a:r>
            <a:r>
              <a:rPr lang="fr" sz="985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8"/>
                  </a:ext>
                </a:extLst>
              </a:rPr>
              <a:t> 						</a:t>
            </a:r>
            <a:r>
              <a:rPr lang="fr" sz="1000" b="1" u="sng" dirty="0">
                <a:solidFill>
                  <a:schemeClr val="tx2"/>
                </a:solidFill>
                <a:latin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5</a:t>
            </a:r>
            <a:endParaRPr sz="1000" b="1" u="sng" dirty="0">
              <a:solidFill>
                <a:schemeClr val="tx2"/>
              </a:solidFill>
              <a:latin typeface="Montserrat"/>
              <a:sym typeface="Montserrat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</a:ext>
              </a:extLst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985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75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84"/>
              <a:buFont typeface="Montserrat"/>
              <a:buChar char="●"/>
            </a:pPr>
            <a:r>
              <a:rPr lang="fr" sz="1095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Analyse exploratoire								</a:t>
            </a:r>
            <a:r>
              <a:rPr lang="fr" sz="1000" b="1" u="sng" dirty="0">
                <a:solidFill>
                  <a:schemeClr val="tx2"/>
                </a:solidFill>
                <a:latin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8</a:t>
            </a:r>
          </a:p>
          <a:p>
            <a:pPr marL="15968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84"/>
              <a:buNone/>
            </a:pPr>
            <a:endParaRPr sz="985" b="1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indent="-297434">
              <a:lnSpc>
                <a:spcPct val="90000"/>
              </a:lnSpc>
              <a:buClr>
                <a:srgbClr val="434343"/>
              </a:buClr>
              <a:buSzPts val="1084"/>
              <a:buFont typeface="Montserrat"/>
              <a:buChar char="●"/>
            </a:pPr>
            <a:r>
              <a:rPr lang="fr-FR" sz="1095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Modèles de prédiction non-supervisés &amp; supervisés	</a:t>
            </a:r>
            <a:r>
              <a:rPr lang="fr-FR" sz="1000" b="1" u="sng" dirty="0">
                <a:solidFill>
                  <a:schemeClr val="tx2"/>
                </a:solidFill>
                <a:latin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11</a:t>
            </a:r>
          </a:p>
          <a:p>
            <a:pPr marL="0" lvl="0" indent="0">
              <a:lnSpc>
                <a:spcPct val="90000"/>
              </a:lnSpc>
              <a:buNone/>
            </a:pPr>
            <a:endParaRPr lang="fr-FR" sz="874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indent="-291851">
              <a:lnSpc>
                <a:spcPct val="90000"/>
              </a:lnSpc>
              <a:buClr>
                <a:srgbClr val="434343"/>
              </a:buClr>
              <a:buSzPts val="995"/>
              <a:buFont typeface="Montserrat"/>
              <a:buChar char="●"/>
            </a:pPr>
            <a:r>
              <a:rPr lang="fr-FR" sz="1095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Comparatif des modèles							</a:t>
            </a:r>
            <a:r>
              <a:rPr lang="fr-FR" sz="1000" b="1" u="sng" dirty="0">
                <a:solidFill>
                  <a:schemeClr val="tx2"/>
                </a:solidFill>
                <a:latin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18</a:t>
            </a:r>
          </a:p>
          <a:p>
            <a:pPr marL="0" lvl="0" indent="0">
              <a:lnSpc>
                <a:spcPct val="90000"/>
              </a:lnSpc>
              <a:buNone/>
            </a:pPr>
            <a:endParaRPr lang="fr-FR" sz="874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indent="-291851">
              <a:lnSpc>
                <a:spcPct val="90000"/>
              </a:lnSpc>
              <a:buClr>
                <a:srgbClr val="434343"/>
              </a:buClr>
              <a:buSzPts val="995"/>
              <a:buFont typeface="Montserrat"/>
              <a:buChar char="●"/>
            </a:pPr>
            <a:r>
              <a:rPr lang="fr-FR" sz="1095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Recommandations et conclusion					</a:t>
            </a:r>
            <a:r>
              <a:rPr lang="fr-FR" sz="1000" b="1" u="sng" dirty="0">
                <a:solidFill>
                  <a:schemeClr val="tx2"/>
                </a:solidFill>
                <a:latin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19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85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2</a:t>
            </a:fld>
            <a:endParaRPr dirty="0"/>
          </a:p>
        </p:txBody>
      </p:sp>
      <p:sp>
        <p:nvSpPr>
          <p:cNvPr id="65" name="Google Shape;65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r>
              <a:rPr lang="fr-FR" sz="2500" b="0" i="0" u="none" strike="noStrike" cap="none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"/>
                  </a:ext>
                </a:extLst>
              </a:rPr>
              <a:t> </a:t>
            </a:r>
            <a:endParaRPr lang="fr-FR" sz="25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26216f2df_0_6"/>
          <p:cNvSpPr txBox="1">
            <a:spLocks noGrp="1"/>
          </p:cNvSpPr>
          <p:nvPr>
            <p:ph type="body" idx="1"/>
          </p:nvPr>
        </p:nvSpPr>
        <p:spPr>
          <a:xfrm>
            <a:off x="289050" y="1606213"/>
            <a:ext cx="8565900" cy="28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7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016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150"/>
              <a:buFont typeface="Montserrat"/>
              <a:buChar char="○"/>
            </a:pPr>
            <a:r>
              <a:rPr lang="fr" sz="115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Organisation nationale de lutte contre le faux monnayage (ONCFM)</a:t>
            </a:r>
            <a:endParaRPr sz="1150" b="1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Met en place des méthodes d’identification des faux billets en euros pour lutter contre la contrefaçon</a:t>
            </a: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016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150"/>
              <a:buFont typeface="Montserrat"/>
              <a:buChar char="○"/>
            </a:pPr>
            <a:r>
              <a:rPr lang="fr" sz="115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Contexte actuel</a:t>
            </a:r>
            <a:endParaRPr sz="1150" b="1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 veut mettre à disposition des équipes une application de machine learning</a:t>
            </a: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L’application doit permettre de faire une prédiction sur la nature des billets (vrai / faux billet) après avoir scanné des billets (dimensions)</a:t>
            </a:r>
            <a:endParaRPr sz="1200" dirty="0">
              <a:solidFill>
                <a:srgbClr val="271A38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271A38"/>
              </a:solidFill>
              <a:highlight>
                <a:srgbClr val="FFFFFF"/>
              </a:highlight>
            </a:endParaRPr>
          </a:p>
          <a:p>
            <a:pPr marL="914400" marR="0" lvl="1" indent="-3016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150"/>
              <a:buFont typeface="Montserrat"/>
              <a:buChar char="○"/>
            </a:pPr>
            <a:r>
              <a:rPr lang="fr" sz="115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Objectifs finaux</a:t>
            </a:r>
            <a:endParaRPr sz="1150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0" indent="-29527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Tester plusieurs algorithmes et retenir celui qui est le plus efficace et le plus fiable</a:t>
            </a: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71600" marR="0" lvl="0" indent="-29527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50"/>
              <a:buFont typeface="Montserrat"/>
              <a:buChar char="-"/>
            </a:pPr>
            <a:r>
              <a:rPr lang="fr" sz="105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L’agence européenne EMV (European Monetary Verification) en recommande 4 en particulier</a:t>
            </a:r>
            <a:endParaRPr sz="105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g3126216f2df_0_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  <p:sp>
        <p:nvSpPr>
          <p:cNvPr id="74" name="Google Shape;74;g3126216f2df_0_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126216f2df_0_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Contexte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7"/>
                  </a:ext>
                </a:extLst>
              </a:rPr>
              <a:t>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g3126216f2df_0_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86e688a6f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686e688a6f_0_7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Étapes</a:t>
            </a:r>
            <a:r>
              <a:rPr lang="fr" sz="2200" b="0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 d</a:t>
            </a:r>
            <a:r>
              <a:rPr lang="fr" sz="22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u processus</a:t>
            </a:r>
            <a:endParaRPr sz="2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g3686e688a6f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686e688a6f_0_7"/>
          <p:cNvSpPr txBox="1">
            <a:spLocks noGrp="1"/>
          </p:cNvSpPr>
          <p:nvPr>
            <p:ph type="sldNum" idx="12"/>
          </p:nvPr>
        </p:nvSpPr>
        <p:spPr>
          <a:xfrm>
            <a:off x="8595300" y="479474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4</a:t>
            </a:fld>
            <a:endParaRPr dirty="0"/>
          </a:p>
        </p:txBody>
      </p:sp>
      <p:sp>
        <p:nvSpPr>
          <p:cNvPr id="86" name="Google Shape;86;g3686e688a6f_0_7"/>
          <p:cNvSpPr/>
          <p:nvPr/>
        </p:nvSpPr>
        <p:spPr>
          <a:xfrm>
            <a:off x="2046867" y="2190203"/>
            <a:ext cx="1503900" cy="602944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5DC378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1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NETTOYAGE</a:t>
            </a:r>
            <a:endParaRPr sz="1200" b="1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g3686e688a6f_0_7"/>
          <p:cNvSpPr/>
          <p:nvPr/>
        </p:nvSpPr>
        <p:spPr>
          <a:xfrm>
            <a:off x="3731341" y="2190203"/>
            <a:ext cx="1601150" cy="602944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5DC378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1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PRÉPARATION</a:t>
            </a:r>
            <a:endParaRPr sz="1200" b="0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686e688a6f_0_7"/>
          <p:cNvSpPr/>
          <p:nvPr/>
        </p:nvSpPr>
        <p:spPr>
          <a:xfrm>
            <a:off x="422525" y="2190275"/>
            <a:ext cx="1503900" cy="602872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5DC378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ANALYSE EXPLORATOIRE</a:t>
            </a:r>
            <a:r>
              <a:rPr lang="fr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g3686e688a6f_0_7"/>
          <p:cNvSpPr/>
          <p:nvPr/>
        </p:nvSpPr>
        <p:spPr>
          <a:xfrm>
            <a:off x="5515501" y="2190344"/>
            <a:ext cx="1581632" cy="602872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5DC378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200"/>
            </a:pPr>
            <a:r>
              <a:rPr lang="fr" sz="12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MODÉLISATION</a:t>
            </a:r>
            <a:endParaRPr sz="1200" b="1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g3686e688a6f_0_7"/>
          <p:cNvSpPr/>
          <p:nvPr/>
        </p:nvSpPr>
        <p:spPr>
          <a:xfrm>
            <a:off x="7294406" y="2190275"/>
            <a:ext cx="1601149" cy="602872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5DC378"/>
          </a:solidFill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200"/>
            </a:pPr>
            <a:r>
              <a:rPr lang="fr" sz="12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ÉVALUATION &amp; INTERPRÉTATION</a:t>
            </a:r>
            <a:endParaRPr sz="1200" b="1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g3686e688a6f_0_7"/>
          <p:cNvSpPr/>
          <p:nvPr/>
        </p:nvSpPr>
        <p:spPr>
          <a:xfrm>
            <a:off x="948125" y="1610125"/>
            <a:ext cx="452700" cy="4623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5DC3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fr" sz="1900" b="1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900" b="1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686e688a6f_0_7"/>
          <p:cNvSpPr/>
          <p:nvPr/>
        </p:nvSpPr>
        <p:spPr>
          <a:xfrm>
            <a:off x="2624525" y="1610125"/>
            <a:ext cx="452700" cy="4623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5DC3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fr" sz="1900" b="1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900" b="1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686e688a6f_0_7"/>
          <p:cNvSpPr/>
          <p:nvPr/>
        </p:nvSpPr>
        <p:spPr>
          <a:xfrm>
            <a:off x="4365200" y="1610125"/>
            <a:ext cx="452700" cy="4623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5DC3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fr" sz="1900" b="1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900" b="1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686e688a6f_0_7"/>
          <p:cNvSpPr/>
          <p:nvPr/>
        </p:nvSpPr>
        <p:spPr>
          <a:xfrm>
            <a:off x="6009350" y="1610125"/>
            <a:ext cx="452700" cy="4623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5DC3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fr" sz="1900" b="1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900" b="1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686e688a6f_0_7"/>
          <p:cNvSpPr/>
          <p:nvPr/>
        </p:nvSpPr>
        <p:spPr>
          <a:xfrm>
            <a:off x="7868630" y="1623950"/>
            <a:ext cx="452700" cy="448475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5DC3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fr" sz="1900" b="1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900" b="1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686e688a6f_0_7"/>
          <p:cNvSpPr/>
          <p:nvPr/>
        </p:nvSpPr>
        <p:spPr>
          <a:xfrm>
            <a:off x="1890275" y="1675075"/>
            <a:ext cx="397200" cy="332400"/>
          </a:xfrm>
          <a:prstGeom prst="chevron">
            <a:avLst>
              <a:gd name="adj" fmla="val 50000"/>
            </a:avLst>
          </a:prstGeom>
          <a:solidFill>
            <a:srgbClr val="5DC378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686e688a6f_0_7"/>
          <p:cNvSpPr/>
          <p:nvPr/>
        </p:nvSpPr>
        <p:spPr>
          <a:xfrm>
            <a:off x="3566675" y="1675075"/>
            <a:ext cx="397200" cy="332400"/>
          </a:xfrm>
          <a:prstGeom prst="chevron">
            <a:avLst>
              <a:gd name="adj" fmla="val 50000"/>
            </a:avLst>
          </a:prstGeom>
          <a:solidFill>
            <a:srgbClr val="5DC378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686e688a6f_0_7"/>
          <p:cNvSpPr/>
          <p:nvPr/>
        </p:nvSpPr>
        <p:spPr>
          <a:xfrm>
            <a:off x="5243075" y="1675075"/>
            <a:ext cx="397200" cy="332400"/>
          </a:xfrm>
          <a:prstGeom prst="chevron">
            <a:avLst>
              <a:gd name="adj" fmla="val 50000"/>
            </a:avLst>
          </a:prstGeom>
          <a:solidFill>
            <a:srgbClr val="5DC378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686e688a6f_0_7"/>
          <p:cNvSpPr/>
          <p:nvPr/>
        </p:nvSpPr>
        <p:spPr>
          <a:xfrm>
            <a:off x="7055125" y="1675075"/>
            <a:ext cx="397200" cy="332400"/>
          </a:xfrm>
          <a:prstGeom prst="chevron">
            <a:avLst>
              <a:gd name="adj" fmla="val 50000"/>
            </a:avLst>
          </a:prstGeom>
          <a:solidFill>
            <a:srgbClr val="5DC378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686e688a6f_0_7"/>
          <p:cNvSpPr/>
          <p:nvPr/>
        </p:nvSpPr>
        <p:spPr>
          <a:xfrm>
            <a:off x="2062917" y="2975790"/>
            <a:ext cx="1503900" cy="208087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9999" marR="0" lvl="0" indent="-1428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800" b="1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Nettoyage</a:t>
            </a:r>
            <a:r>
              <a:rPr lang="fr" sz="800" b="0" i="0" u="none" strike="noStrike" cap="none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des données (valeurs aberrantes ou manquantes)</a:t>
            </a:r>
            <a:endParaRPr sz="800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9999" indent="-142875"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8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Régression linéaire </a:t>
            </a:r>
            <a:r>
              <a:rPr lang="fr" sz="800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afin d’estimer les valeurs manquantes</a:t>
            </a:r>
            <a:endParaRPr sz="800" b="0" i="0" u="none" strike="noStrike" cap="none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9999" marR="0" lvl="0" indent="-142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800" b="0" i="0" u="none" strike="noStrike" cap="none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Création du </a:t>
            </a:r>
            <a:r>
              <a:rPr lang="fr" sz="800" b="1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jeu de données final</a:t>
            </a:r>
          </a:p>
          <a:p>
            <a:pPr marL="179999" marR="0" lvl="0" indent="-142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endParaRPr lang="fr" sz="800" dirty="0">
              <a:solidFill>
                <a:srgbClr val="3F3F3F"/>
              </a:solidFill>
              <a:latin typeface="Montserrat"/>
              <a:ea typeface="Arial"/>
              <a:cs typeface="Arial"/>
              <a:sym typeface="Montserrat"/>
            </a:endParaRPr>
          </a:p>
          <a:p>
            <a:pPr marL="37124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80000"/>
            </a:pPr>
            <a:r>
              <a:rPr lang="fr-FR" sz="800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: obtenir une base de données fiable et exploitable</a:t>
            </a:r>
            <a:endParaRPr sz="8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686e688a6f_0_7"/>
          <p:cNvSpPr/>
          <p:nvPr/>
        </p:nvSpPr>
        <p:spPr>
          <a:xfrm>
            <a:off x="3739175" y="2975988"/>
            <a:ext cx="1601150" cy="208071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89999" marR="0" lvl="0" indent="-899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-FR" sz="8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Mise à l’échelle (standardisation) </a:t>
            </a:r>
            <a:r>
              <a:rPr lang="fr-FR" sz="800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des variables pour les rendre comparables</a:t>
            </a:r>
            <a:endParaRPr lang="fr-FR" sz="900" b="0" i="0" u="none" strike="noStrike" cap="none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9998" marR="0" lvl="0" indent="-89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-FR" sz="800" b="1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Découpage</a:t>
            </a:r>
            <a:r>
              <a:rPr lang="fr-FR" sz="800" b="0" i="0" u="none" strike="noStrike" cap="none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du jeu de données en 2 parties : Entraînement 80% &amp; Test 20%</a:t>
            </a:r>
          </a:p>
          <a:p>
            <a:pPr marL="89998" marR="0" lvl="0" indent="-89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endParaRPr lang="fr-FR" sz="800" dirty="0">
              <a:solidFill>
                <a:srgbClr val="3F3F3F"/>
              </a:solidFill>
              <a:latin typeface="Montserrat"/>
              <a:ea typeface="Arial"/>
              <a:cs typeface="Arial"/>
              <a:sym typeface="Montserrat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</a:pPr>
            <a:r>
              <a:rPr lang="fr-FR" sz="8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: préparer les données dans un format adapté à l’apprentissage des modèles</a:t>
            </a:r>
          </a:p>
        </p:txBody>
      </p:sp>
      <p:sp>
        <p:nvSpPr>
          <p:cNvPr id="102" name="Google Shape;102;g3686e688a6f_0_7"/>
          <p:cNvSpPr/>
          <p:nvPr/>
        </p:nvSpPr>
        <p:spPr>
          <a:xfrm>
            <a:off x="422525" y="2975790"/>
            <a:ext cx="1503900" cy="208071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89998" lvl="0" indent="-89998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-FR" sz="8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Observation</a:t>
            </a:r>
            <a:r>
              <a:rPr lang="fr-FR" sz="800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des données brutes</a:t>
            </a:r>
          </a:p>
          <a:p>
            <a:pPr marL="89998" lvl="0" indent="-89998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-FR" sz="8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Détection</a:t>
            </a:r>
            <a:r>
              <a:rPr lang="fr-FR" sz="800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des valeurs manquantes, doublons et anomalies</a:t>
            </a:r>
          </a:p>
          <a:p>
            <a:pPr marL="89998" lvl="0" indent="-89998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-FR" sz="800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Analyse </a:t>
            </a:r>
            <a:r>
              <a:rPr lang="fr-FR" sz="8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univariée</a:t>
            </a:r>
            <a:r>
              <a:rPr lang="fr-FR" sz="800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&amp; </a:t>
            </a:r>
            <a:r>
              <a:rPr lang="fr-FR" sz="8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bivariée</a:t>
            </a:r>
          </a:p>
          <a:p>
            <a:pPr marL="89998" lvl="0" indent="-89998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endParaRPr lang="fr-FR" sz="800" b="1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7124">
              <a:buClr>
                <a:schemeClr val="tx2"/>
              </a:buClr>
              <a:buSzPct val="180000"/>
            </a:pPr>
            <a:r>
              <a:rPr lang="fr-FR" sz="800" i="1" dirty="0">
                <a:solidFill>
                  <a:srgbClr val="000000"/>
                </a:solidFill>
                <a:latin typeface="Arial"/>
                <a:cs typeface="Arial"/>
                <a:sym typeface="Montserrat"/>
              </a:rPr>
              <a:t>But : comprendre la structure et la qualité des données</a:t>
            </a:r>
            <a:endParaRPr sz="800" i="1" dirty="0">
              <a:solidFill>
                <a:srgbClr val="000000"/>
              </a:solidFill>
              <a:latin typeface="Arial"/>
              <a:cs typeface="Arial"/>
              <a:sym typeface="Montserrat"/>
            </a:endParaRPr>
          </a:p>
        </p:txBody>
      </p:sp>
      <p:sp>
        <p:nvSpPr>
          <p:cNvPr id="103" name="Google Shape;103;g3686e688a6f_0_7"/>
          <p:cNvSpPr/>
          <p:nvPr/>
        </p:nvSpPr>
        <p:spPr>
          <a:xfrm>
            <a:off x="5512825" y="2976085"/>
            <a:ext cx="1601148" cy="208071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</a:pPr>
            <a:r>
              <a:rPr lang="fr" sz="800" b="1" i="0" u="sng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5 m</a:t>
            </a:r>
            <a:r>
              <a:rPr lang="fr" sz="800" b="1" u="sng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odèle</a:t>
            </a:r>
            <a:r>
              <a:rPr lang="fr" sz="800" b="1" i="0" u="sng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s </a:t>
            </a:r>
            <a:r>
              <a:rPr lang="fr" sz="800" b="1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800" b="1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534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Montserrat"/>
              <a:buChar char="●"/>
            </a:pPr>
            <a:r>
              <a:rPr lang="fr" sz="800" b="0" i="0" u="none" strike="noStrike" cap="none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K-Means (non supervisé)</a:t>
            </a:r>
            <a:endParaRPr sz="800" b="0" i="0" u="none" strike="noStrike" cap="none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534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Montserrat"/>
              <a:buChar char="●"/>
            </a:pPr>
            <a:r>
              <a:rPr lang="fr" sz="800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Régression logistique</a:t>
            </a:r>
            <a:endParaRPr sz="800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534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Montserrat"/>
              <a:buChar char="●"/>
            </a:pPr>
            <a:r>
              <a:rPr lang="fr" sz="800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 sz="800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534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Montserrat"/>
              <a:buChar char="●"/>
            </a:pPr>
            <a:r>
              <a:rPr lang="fr" sz="800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Random Forest</a:t>
            </a:r>
          </a:p>
          <a:p>
            <a:pPr marL="269999" marR="0" lvl="0" indent="-1534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Montserrat"/>
              <a:buChar char="●"/>
            </a:pPr>
            <a:r>
              <a:rPr lang="fr" sz="800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SVM</a:t>
            </a:r>
          </a:p>
          <a:p>
            <a:pPr marL="269999" marR="0" lvl="0" indent="-1534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Montserrat"/>
              <a:buChar char="●"/>
            </a:pPr>
            <a:endParaRPr lang="fr" sz="800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534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Montserrat"/>
              <a:buChar char="●"/>
            </a:pPr>
            <a:r>
              <a:rPr lang="fr" sz="800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Optimisation des hyperparamètres (GridSearchCV)</a:t>
            </a:r>
          </a:p>
          <a:p>
            <a:pPr marL="269999" marR="0" lvl="0" indent="-1534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Montserrat"/>
              <a:buChar char="●"/>
            </a:pPr>
            <a:endParaRPr lang="fr" sz="800" dirty="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65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</a:pPr>
            <a:r>
              <a:rPr lang="fr" sz="800" i="1" dirty="0">
                <a:solidFill>
                  <a:srgbClr val="000000"/>
                </a:solidFill>
                <a:latin typeface="Arial"/>
                <a:cs typeface="Arial"/>
                <a:sym typeface="Montserrat"/>
              </a:rPr>
              <a:t>But : construire et comparer plusieurs modèles prédictifs</a:t>
            </a:r>
          </a:p>
        </p:txBody>
      </p:sp>
      <p:sp>
        <p:nvSpPr>
          <p:cNvPr id="104" name="Google Shape;104;g3686e688a6f_0_7"/>
          <p:cNvSpPr/>
          <p:nvPr/>
        </p:nvSpPr>
        <p:spPr>
          <a:xfrm>
            <a:off x="7294407" y="2975790"/>
            <a:ext cx="1601148" cy="208071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00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-FR" sz="8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Comparaison</a:t>
            </a:r>
            <a:r>
              <a:rPr lang="fr-FR" sz="800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des modèles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-FR" sz="800" b="0" i="0" u="none" strike="noStrike" cap="none" dirty="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Sélection du </a:t>
            </a:r>
            <a:r>
              <a:rPr lang="fr-FR" sz="800" b="1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meilleur modèle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r>
              <a:rPr lang="fr" sz="800" b="0" i="0" u="none" strike="noStrike" cap="none" dirty="0">
                <a:solidFill>
                  <a:srgbClr val="3F3F3F"/>
                </a:solidFill>
                <a:latin typeface="Montserrat"/>
                <a:ea typeface="Arial"/>
                <a:cs typeface="Arial"/>
                <a:sym typeface="Montserrat"/>
              </a:rPr>
              <a:t>Recommandations et </a:t>
            </a:r>
            <a:r>
              <a:rPr lang="fr" sz="800" b="1" i="0" u="none" strike="noStrike" cap="none" dirty="0">
                <a:solidFill>
                  <a:schemeClr val="tx2"/>
                </a:solidFill>
                <a:latin typeface="Montserrat"/>
                <a:ea typeface="Arial"/>
                <a:cs typeface="Arial"/>
                <a:sym typeface="Montserrat"/>
              </a:rPr>
              <a:t>pistes d’amélioration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●"/>
            </a:pPr>
            <a:endParaRPr lang="fr" sz="800" b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6500" indent="0">
              <a:buClr>
                <a:srgbClr val="3F3F3F"/>
              </a:buClr>
              <a:buSzPts val="1000"/>
            </a:pPr>
            <a:r>
              <a:rPr lang="fr" sz="800" i="1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But : évaluer la fiabilité du modèle et en tirer des conclusions exploitables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d87d275a8_0_7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6d87d275a8_0_75"/>
          <p:cNvSpPr txBox="1"/>
          <p:nvPr/>
        </p:nvSpPr>
        <p:spPr>
          <a:xfrm>
            <a:off x="895525" y="198775"/>
            <a:ext cx="85206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Pré-traitement des</a:t>
            </a:r>
            <a:r>
              <a:rPr lang="fr" sz="2500" b="0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3"/>
                  </a:ext>
                </a:extLst>
              </a:rPr>
              <a:t> données</a:t>
            </a:r>
            <a:endParaRPr sz="25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4"/>
                </a:ext>
              </a:extLs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Description des données</a:t>
            </a:r>
            <a:endParaRPr sz="25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g36d87d275a8_0_7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6d87d275a8_0_7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6BD8C75-296E-6A6D-B74C-65FBDBC77037}"/>
              </a:ext>
            </a:extLst>
          </p:cNvPr>
          <p:cNvSpPr txBox="1"/>
          <p:nvPr/>
        </p:nvSpPr>
        <p:spPr>
          <a:xfrm>
            <a:off x="75156" y="1700101"/>
            <a:ext cx="3523450" cy="75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lnSpc>
                <a:spcPct val="95000"/>
              </a:lnSpc>
            </a:pPr>
            <a:r>
              <a:rPr lang="fr-FR" sz="900" dirty="0">
                <a:solidFill>
                  <a:srgbClr val="434343"/>
                </a:solidFill>
                <a:latin typeface="Montserrat"/>
              </a:rPr>
              <a:t>Afin de </a:t>
            </a:r>
            <a:r>
              <a:rPr lang="fr-FR" sz="900" b="1" dirty="0">
                <a:solidFill>
                  <a:schemeClr val="tx2"/>
                </a:solidFill>
                <a:latin typeface="Montserrat"/>
              </a:rPr>
              <a:t>configurer l’algorithme</a:t>
            </a:r>
            <a:r>
              <a:rPr lang="fr-FR" sz="900" dirty="0">
                <a:solidFill>
                  <a:srgbClr val="434343"/>
                </a:solidFill>
                <a:latin typeface="Montserrat"/>
              </a:rPr>
              <a:t>, nous disposons d’un ensemble de </a:t>
            </a:r>
            <a:r>
              <a:rPr lang="fr-FR" sz="900" b="1" dirty="0">
                <a:solidFill>
                  <a:schemeClr val="tx2"/>
                </a:solidFill>
                <a:latin typeface="Montserrat"/>
              </a:rPr>
              <a:t>1500 billets</a:t>
            </a:r>
            <a:r>
              <a:rPr lang="fr-FR" sz="900" dirty="0">
                <a:solidFill>
                  <a:srgbClr val="434343"/>
                </a:solidFill>
                <a:latin typeface="Montserrat"/>
              </a:rPr>
              <a:t>, comprenant </a:t>
            </a:r>
            <a:r>
              <a:rPr lang="fr-FR" sz="900" b="1" dirty="0">
                <a:solidFill>
                  <a:schemeClr val="tx2"/>
                </a:solidFill>
                <a:latin typeface="Montserrat"/>
              </a:rPr>
              <a:t>1000 vrais billets </a:t>
            </a:r>
            <a:r>
              <a:rPr lang="fr-FR" sz="900" dirty="0">
                <a:solidFill>
                  <a:srgbClr val="434343"/>
                </a:solidFill>
                <a:latin typeface="Montserrat"/>
              </a:rPr>
              <a:t>et </a:t>
            </a:r>
            <a:r>
              <a:rPr lang="fr-FR" sz="900" b="1" dirty="0">
                <a:solidFill>
                  <a:schemeClr val="tx2"/>
                </a:solidFill>
                <a:latin typeface="Montserrat"/>
              </a:rPr>
              <a:t>500 faux  billets</a:t>
            </a:r>
            <a:r>
              <a:rPr lang="fr-FR" sz="900" dirty="0">
                <a:solidFill>
                  <a:srgbClr val="434343"/>
                </a:solidFill>
                <a:latin typeface="Montserrat"/>
              </a:rPr>
              <a:t>.</a:t>
            </a:r>
          </a:p>
          <a:p>
            <a:pPr defTabSz="342900">
              <a:lnSpc>
                <a:spcPct val="95000"/>
              </a:lnSpc>
            </a:pPr>
            <a:endParaRPr lang="fr-FR" sz="900" dirty="0">
              <a:solidFill>
                <a:srgbClr val="434343"/>
              </a:solidFill>
              <a:latin typeface="Montserrat"/>
            </a:endParaRPr>
          </a:p>
          <a:p>
            <a:pPr defTabSz="342900">
              <a:lnSpc>
                <a:spcPct val="95000"/>
              </a:lnSpc>
            </a:pPr>
            <a:r>
              <a:rPr lang="fr-FR" sz="900" b="1" dirty="0">
                <a:solidFill>
                  <a:schemeClr val="tx2"/>
                </a:solidFill>
                <a:latin typeface="Montserrat"/>
              </a:rPr>
              <a:t>Six dimensions </a:t>
            </a:r>
            <a:r>
              <a:rPr lang="fr-FR" sz="900" dirty="0">
                <a:solidFill>
                  <a:srgbClr val="434343"/>
                </a:solidFill>
                <a:latin typeface="Montserrat"/>
              </a:rPr>
              <a:t>géométriques sont relevées 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7CA24E6-F20B-E056-21E5-B00CB0A30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891" y="1443245"/>
            <a:ext cx="2098799" cy="201412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BB18092-CFE8-A24E-F237-624F4E80A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44" y="2422346"/>
            <a:ext cx="4505647" cy="236149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F6D59D8-1542-AC1A-D64A-FB955585B6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550" y="3116223"/>
            <a:ext cx="1875688" cy="15469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d87d275a8_0_23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6d87d275a8_0_23"/>
          <p:cNvSpPr txBox="1"/>
          <p:nvPr/>
        </p:nvSpPr>
        <p:spPr>
          <a:xfrm>
            <a:off x="895525" y="198775"/>
            <a:ext cx="85206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Pré-traitement des</a:t>
            </a:r>
            <a:r>
              <a:rPr lang="fr" sz="2500" b="0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9"/>
                  </a:ext>
                </a:extLst>
              </a:rPr>
              <a:t> données</a:t>
            </a:r>
            <a:endParaRPr sz="25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0"/>
                </a:ext>
              </a:extLs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Régression linéaire</a:t>
            </a:r>
            <a:endParaRPr sz="25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g36d87d275a8_0_23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6d87d275a8_0_23"/>
          <p:cNvSpPr txBox="1">
            <a:spLocks noGrp="1"/>
          </p:cNvSpPr>
          <p:nvPr>
            <p:ph type="body" idx="1"/>
          </p:nvPr>
        </p:nvSpPr>
        <p:spPr>
          <a:xfrm>
            <a:off x="246825" y="1455037"/>
            <a:ext cx="5264627" cy="3524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indent="0">
              <a:lnSpc>
                <a:spcPct val="95000"/>
              </a:lnSpc>
              <a:buClr>
                <a:srgbClr val="434343"/>
              </a:buClr>
              <a:buSzPts val="900"/>
              <a:buNone/>
            </a:pP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Constat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 :</a:t>
            </a:r>
          </a:p>
          <a:p>
            <a:pPr marL="171450" indent="0">
              <a:lnSpc>
                <a:spcPct val="95000"/>
              </a:lnSpc>
              <a:buClr>
                <a:srgbClr val="434343"/>
              </a:buClr>
              <a:buSzPts val="900"/>
              <a:buNone/>
            </a:pPr>
            <a:endParaRPr lang="fr-FR" sz="900" dirty="0">
              <a:solidFill>
                <a:schemeClr val="tx1"/>
              </a:solidFill>
              <a:latin typeface="Montserrat"/>
              <a:sym typeface="Montserrat"/>
            </a:endParaRP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La variable </a:t>
            </a:r>
            <a:r>
              <a:rPr lang="fr-FR" sz="900" dirty="0" err="1">
                <a:solidFill>
                  <a:schemeClr val="tx1"/>
                </a:solidFill>
                <a:latin typeface="Montserrat"/>
                <a:sym typeface="Montserrat"/>
              </a:rPr>
              <a:t>margin_low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 contient </a:t>
            </a: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37 valeurs manquantes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.</a:t>
            </a: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Si nous les supprimons, nous </a:t>
            </a: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perdons de l’information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 et nous </a:t>
            </a: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réduisons la qualité du modèle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.</a:t>
            </a: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endParaRPr lang="fr-FR" sz="900" dirty="0">
              <a:solidFill>
                <a:schemeClr val="tx1"/>
              </a:solidFill>
              <a:latin typeface="Montserrat"/>
              <a:sym typeface="Montserrat"/>
            </a:endParaRPr>
          </a:p>
          <a:p>
            <a:pPr marL="171450" indent="0">
              <a:lnSpc>
                <a:spcPct val="95000"/>
              </a:lnSpc>
              <a:buClr>
                <a:srgbClr val="434343"/>
              </a:buClr>
              <a:buSzPts val="900"/>
              <a:buNone/>
            </a:pP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Solution retenue : </a:t>
            </a:r>
            <a:r>
              <a:rPr lang="fr-FR" sz="900" b="1" u="sng" dirty="0">
                <a:solidFill>
                  <a:schemeClr val="tx2"/>
                </a:solidFill>
                <a:latin typeface="Montserrat"/>
                <a:sym typeface="Montserrat"/>
              </a:rPr>
              <a:t>régression linéaire</a:t>
            </a:r>
          </a:p>
          <a:p>
            <a:pPr marL="171450" indent="0">
              <a:lnSpc>
                <a:spcPct val="95000"/>
              </a:lnSpc>
              <a:buClr>
                <a:srgbClr val="434343"/>
              </a:buClr>
              <a:buSzPts val="900"/>
              <a:buNone/>
            </a:pPr>
            <a:endParaRPr lang="fr-FR" sz="900" b="1" dirty="0">
              <a:solidFill>
                <a:schemeClr val="tx2"/>
              </a:solidFill>
              <a:latin typeface="Montserrat"/>
              <a:sym typeface="Montserrat"/>
            </a:endParaRP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Les dimensions du billet (longueur, hauteur, diagonale...) sont </a:t>
            </a: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liées entre elles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.</a:t>
            </a: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On peut donc </a:t>
            </a: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prédire les valeurs manquantes 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de </a:t>
            </a:r>
            <a:r>
              <a:rPr lang="fr-FR" sz="900" dirty="0" err="1">
                <a:solidFill>
                  <a:schemeClr val="tx1"/>
                </a:solidFill>
                <a:latin typeface="Montserrat"/>
                <a:sym typeface="Montserrat"/>
              </a:rPr>
              <a:t>margin_low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 à partir des autres mesures.</a:t>
            </a: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Cette méthode permet de </a:t>
            </a: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conserver tous les billets et de maintenir la cohérence des données.</a:t>
            </a: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endParaRPr lang="fr-FR" sz="900" dirty="0">
              <a:solidFill>
                <a:schemeClr val="tx1"/>
              </a:solidFill>
              <a:latin typeface="Montserrat"/>
              <a:sym typeface="Montserrat"/>
            </a:endParaRPr>
          </a:p>
          <a:p>
            <a:pPr marL="171450" indent="0">
              <a:lnSpc>
                <a:spcPct val="95000"/>
              </a:lnSpc>
              <a:buClr>
                <a:srgbClr val="434343"/>
              </a:buClr>
              <a:buSzPts val="900"/>
              <a:buNone/>
            </a:pP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Résultat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 :</a:t>
            </a:r>
          </a:p>
          <a:p>
            <a:pPr marL="171450" indent="0">
              <a:lnSpc>
                <a:spcPct val="95000"/>
              </a:lnSpc>
              <a:buClr>
                <a:srgbClr val="434343"/>
              </a:buClr>
              <a:buSzPts val="900"/>
              <a:buNone/>
            </a:pPr>
            <a:endParaRPr lang="fr-FR" sz="900" dirty="0">
              <a:solidFill>
                <a:schemeClr val="tx1"/>
              </a:solidFill>
              <a:latin typeface="Montserrat"/>
              <a:sym typeface="Montserrat"/>
            </a:endParaRP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Les graphiques montrent que la méthode est </a:t>
            </a: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fiable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 :</a:t>
            </a: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endParaRPr lang="fr-FR" sz="900" dirty="0">
              <a:solidFill>
                <a:schemeClr val="tx1"/>
              </a:solidFill>
              <a:latin typeface="Montserrat"/>
              <a:sym typeface="Montserrat"/>
            </a:endParaRPr>
          </a:p>
          <a:p>
            <a:pPr lvl="1" indent="-285750">
              <a:lnSpc>
                <a:spcPct val="95000"/>
              </a:lnSpc>
              <a:buClr>
                <a:srgbClr val="434343"/>
              </a:buClr>
              <a:buSzPts val="900"/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Les erreurs sont centrées autour de zéro (pas de biais).</a:t>
            </a:r>
          </a:p>
          <a:p>
            <a:pPr lvl="1" indent="-285750">
              <a:lnSpc>
                <a:spcPct val="95000"/>
              </a:lnSpc>
              <a:buClr>
                <a:srgbClr val="434343"/>
              </a:buClr>
              <a:buSzPts val="900"/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Les résidus suivent une courbe normale (pas de valeurs aberrantes).</a:t>
            </a:r>
            <a:endParaRPr sz="9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g36d87d275a8_0_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  <p:pic>
        <p:nvPicPr>
          <p:cNvPr id="124" name="Google Shape;124;g36d87d275a8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7389" y="3263031"/>
            <a:ext cx="2893461" cy="163568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6d87d275a8_0_23"/>
          <p:cNvSpPr txBox="1"/>
          <p:nvPr/>
        </p:nvSpPr>
        <p:spPr>
          <a:xfrm>
            <a:off x="6488700" y="4856529"/>
            <a:ext cx="2655300" cy="286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 de normalité (Shapiro-Wilk) : p &gt; 0.05</a:t>
            </a:r>
            <a:endParaRPr sz="7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372856D-64D1-A3E1-6924-C0E44039E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389" y="1716065"/>
            <a:ext cx="2893461" cy="15469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8E954A90-4186-2091-BD0C-85A5DEB9F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d87d275a8_0_23">
            <a:extLst>
              <a:ext uri="{FF2B5EF4-FFF2-40B4-BE49-F238E27FC236}">
                <a16:creationId xmlns:a16="http://schemas.microsoft.com/office/drawing/2014/main" id="{9BA4FD8D-D71B-0E7F-B686-E7A3770963B6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6d87d275a8_0_23">
            <a:extLst>
              <a:ext uri="{FF2B5EF4-FFF2-40B4-BE49-F238E27FC236}">
                <a16:creationId xmlns:a16="http://schemas.microsoft.com/office/drawing/2014/main" id="{63EA8B8A-EE90-66A1-09F7-0309A7802A92}"/>
              </a:ext>
            </a:extLst>
          </p:cNvPr>
          <p:cNvSpPr txBox="1"/>
          <p:nvPr/>
        </p:nvSpPr>
        <p:spPr>
          <a:xfrm>
            <a:off x="895525" y="198775"/>
            <a:ext cx="8520600" cy="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Pré-traitement des</a:t>
            </a:r>
            <a:r>
              <a:rPr lang="fr" sz="2500" b="0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9"/>
                  </a:ext>
                </a:extLst>
              </a:rPr>
              <a:t> données</a:t>
            </a:r>
            <a:endParaRPr sz="25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0"/>
                </a:ext>
              </a:extLs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Régression linéaire</a:t>
            </a:r>
            <a:endParaRPr sz="25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g36d87d275a8_0_23">
            <a:extLst>
              <a:ext uri="{FF2B5EF4-FFF2-40B4-BE49-F238E27FC236}">
                <a16:creationId xmlns:a16="http://schemas.microsoft.com/office/drawing/2014/main" id="{6A25CFCD-8E3B-413F-2F23-B5E69272C633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6d87d275a8_0_23">
            <a:extLst>
              <a:ext uri="{FF2B5EF4-FFF2-40B4-BE49-F238E27FC236}">
                <a16:creationId xmlns:a16="http://schemas.microsoft.com/office/drawing/2014/main" id="{5236257F-BCC0-ED8C-6ACF-4F01F843C9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6825" y="1455037"/>
            <a:ext cx="5264627" cy="3524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indent="0">
              <a:lnSpc>
                <a:spcPct val="95000"/>
              </a:lnSpc>
              <a:buClr>
                <a:srgbClr val="434343"/>
              </a:buClr>
              <a:buSzPts val="900"/>
              <a:buNone/>
            </a:pP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Constat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 :</a:t>
            </a:r>
          </a:p>
          <a:p>
            <a:pPr marL="171450" indent="0">
              <a:lnSpc>
                <a:spcPct val="95000"/>
              </a:lnSpc>
              <a:buClr>
                <a:srgbClr val="434343"/>
              </a:buClr>
              <a:buSzPts val="900"/>
              <a:buNone/>
            </a:pPr>
            <a:endParaRPr lang="fr-FR" sz="900" dirty="0">
              <a:solidFill>
                <a:schemeClr val="tx1"/>
              </a:solidFill>
              <a:latin typeface="Montserrat"/>
              <a:sym typeface="Montserrat"/>
            </a:endParaRP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Choix : remplacer les </a:t>
            </a: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37 valeurs manquantes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.</a:t>
            </a: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Nous allons </a:t>
            </a: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entrainer un modèle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.</a:t>
            </a: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endParaRPr lang="fr-FR" sz="900" dirty="0">
              <a:solidFill>
                <a:schemeClr val="tx1"/>
              </a:solidFill>
              <a:latin typeface="Montserrat"/>
              <a:sym typeface="Montserrat"/>
            </a:endParaRPr>
          </a:p>
          <a:p>
            <a:pPr marL="171450" indent="0">
              <a:lnSpc>
                <a:spcPct val="95000"/>
              </a:lnSpc>
              <a:buClr>
                <a:srgbClr val="434343"/>
              </a:buClr>
              <a:buSzPts val="900"/>
              <a:buNone/>
            </a:pP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Solution retenue : </a:t>
            </a:r>
            <a:endParaRPr lang="fr-FR" sz="900" b="1" u="sng" dirty="0">
              <a:solidFill>
                <a:schemeClr val="tx2"/>
              </a:solidFill>
              <a:latin typeface="Montserrat"/>
              <a:sym typeface="Montserrat"/>
            </a:endParaRPr>
          </a:p>
          <a:p>
            <a:pPr marL="171450" indent="0">
              <a:lnSpc>
                <a:spcPct val="95000"/>
              </a:lnSpc>
              <a:buClr>
                <a:srgbClr val="434343"/>
              </a:buClr>
              <a:buSzPts val="900"/>
              <a:buNone/>
            </a:pPr>
            <a:endParaRPr lang="fr-FR" sz="900" b="1" dirty="0">
              <a:solidFill>
                <a:schemeClr val="tx2"/>
              </a:solidFill>
              <a:latin typeface="Montserrat"/>
              <a:sym typeface="Montserrat"/>
            </a:endParaRP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Le </a:t>
            </a: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modèle est entraîné 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sur les autres dimensions du billet (</a:t>
            </a:r>
            <a:r>
              <a:rPr lang="fr-FR" sz="900" dirty="0" err="1">
                <a:solidFill>
                  <a:schemeClr val="tx1"/>
                </a:solidFill>
                <a:latin typeface="Montserrat"/>
                <a:sym typeface="Montserrat"/>
              </a:rPr>
              <a:t>height_left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, </a:t>
            </a:r>
            <a:r>
              <a:rPr lang="fr-FR" sz="900" dirty="0" err="1">
                <a:solidFill>
                  <a:schemeClr val="tx1"/>
                </a:solidFill>
                <a:latin typeface="Montserrat"/>
                <a:sym typeface="Montserrat"/>
              </a:rPr>
              <a:t>height_right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, </a:t>
            </a:r>
            <a:r>
              <a:rPr lang="fr-FR" sz="900" dirty="0" err="1">
                <a:solidFill>
                  <a:schemeClr val="tx1"/>
                </a:solidFill>
                <a:latin typeface="Montserrat"/>
                <a:sym typeface="Montserrat"/>
              </a:rPr>
              <a:t>length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, etc.).</a:t>
            </a: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Les données ont été </a:t>
            </a: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normalisées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 avec un </a:t>
            </a:r>
            <a:r>
              <a:rPr lang="fr-FR" sz="900" dirty="0" err="1">
                <a:solidFill>
                  <a:schemeClr val="tx1"/>
                </a:solidFill>
                <a:latin typeface="Montserrat"/>
                <a:sym typeface="Montserrat"/>
              </a:rPr>
              <a:t>StandardScaler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 pour améliorer la précision du modèle</a:t>
            </a: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Nous avons ensuite </a:t>
            </a: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prédit les valeurs manquantes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, puis nous les avons </a:t>
            </a: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réintégrées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 dans le </a:t>
            </a:r>
            <a:r>
              <a:rPr lang="fr-FR" sz="900" dirty="0" err="1">
                <a:solidFill>
                  <a:schemeClr val="tx1"/>
                </a:solidFill>
                <a:latin typeface="Montserrat"/>
                <a:sym typeface="Montserrat"/>
              </a:rPr>
              <a:t>DataFrame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 complet.</a:t>
            </a: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endParaRPr lang="fr-FR" sz="900" dirty="0">
              <a:solidFill>
                <a:schemeClr val="tx1"/>
              </a:solidFill>
              <a:latin typeface="Montserrat"/>
              <a:sym typeface="Montserrat"/>
            </a:endParaRPr>
          </a:p>
          <a:p>
            <a:pPr marL="171450" indent="0">
              <a:lnSpc>
                <a:spcPct val="95000"/>
              </a:lnSpc>
              <a:buClr>
                <a:srgbClr val="434343"/>
              </a:buClr>
              <a:buSzPts val="900"/>
              <a:buNone/>
            </a:pP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Résultat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 :</a:t>
            </a:r>
          </a:p>
          <a:p>
            <a:pPr marL="171450" indent="0">
              <a:lnSpc>
                <a:spcPct val="95000"/>
              </a:lnSpc>
              <a:buClr>
                <a:srgbClr val="434343"/>
              </a:buClr>
              <a:buSzPts val="900"/>
              <a:buNone/>
            </a:pPr>
            <a:endParaRPr lang="fr-FR" sz="900" dirty="0">
              <a:solidFill>
                <a:schemeClr val="tx1"/>
              </a:solidFill>
              <a:latin typeface="Montserrat"/>
              <a:sym typeface="Montserrat"/>
            </a:endParaRP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Les scores du modèle indiquent de bonnes performances :</a:t>
            </a: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endParaRPr lang="fr-FR" sz="900" dirty="0">
              <a:solidFill>
                <a:schemeClr val="tx1"/>
              </a:solidFill>
              <a:latin typeface="Montserrat"/>
              <a:sym typeface="Montserrat"/>
            </a:endParaRPr>
          </a:p>
          <a:p>
            <a:pPr lvl="1" indent="-285750">
              <a:lnSpc>
                <a:spcPct val="95000"/>
              </a:lnSpc>
              <a:buClr>
                <a:srgbClr val="434343"/>
              </a:buClr>
              <a:buSzPts val="900"/>
              <a:buFont typeface="Arial" panose="020B0604020202020204" pitchFamily="34" charset="0"/>
              <a:buChar char="•"/>
            </a:pP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R² = 0.55 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→ modèle explicatif moyen</a:t>
            </a:r>
          </a:p>
          <a:p>
            <a:pPr lvl="1" indent="-285750">
              <a:lnSpc>
                <a:spcPct val="95000"/>
              </a:lnSpc>
              <a:buClr>
                <a:srgbClr val="434343"/>
              </a:buClr>
              <a:buSzPts val="900"/>
              <a:buFont typeface="Arial" panose="020B0604020202020204" pitchFamily="34" charset="0"/>
              <a:buChar char="•"/>
            </a:pP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MAE = 0.34 mm, RMSE = 0.19 mm </a:t>
            </a: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→ erreurs faibles</a:t>
            </a:r>
          </a:p>
          <a:p>
            <a:pPr lvl="1" indent="-285750">
              <a:lnSpc>
                <a:spcPct val="95000"/>
              </a:lnSpc>
              <a:buClr>
                <a:srgbClr val="434343"/>
              </a:buClr>
              <a:buSzPts val="900"/>
              <a:buFont typeface="Arial" panose="020B0604020202020204" pitchFamily="34" charset="0"/>
              <a:buChar char="•"/>
            </a:pP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MAPE = 7.5 % 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→ très bon niveau de précision (&lt;10%)</a:t>
            </a:r>
          </a:p>
          <a:p>
            <a:pPr lvl="1" indent="-285750">
              <a:lnSpc>
                <a:spcPct val="95000"/>
              </a:lnSpc>
              <a:buClr>
                <a:srgbClr val="434343"/>
              </a:buClr>
              <a:buSzPts val="900"/>
              <a:buFont typeface="Arial" panose="020B0604020202020204" pitchFamily="34" charset="0"/>
              <a:buChar char="•"/>
            </a:pPr>
            <a:endParaRPr lang="fr-FR" sz="9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●"/>
            </a:pPr>
            <a:r>
              <a:rPr lang="fr-FR" sz="900" dirty="0">
                <a:solidFill>
                  <a:schemeClr val="tx1"/>
                </a:solidFill>
                <a:latin typeface="Montserrat"/>
                <a:sym typeface="Montserrat"/>
              </a:rPr>
              <a:t>Les données sont désormais </a:t>
            </a:r>
            <a:r>
              <a:rPr lang="fr-FR" sz="900" b="1" dirty="0">
                <a:solidFill>
                  <a:schemeClr val="tx2"/>
                </a:solidFill>
                <a:latin typeface="Montserrat"/>
                <a:sym typeface="Montserrat"/>
              </a:rPr>
              <a:t>complètes, cohérentes et prêtes pour la modélisation.</a:t>
            </a:r>
            <a:endParaRPr lang="fr-FR" sz="900" b="1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g36d87d275a8_0_23">
            <a:extLst>
              <a:ext uri="{FF2B5EF4-FFF2-40B4-BE49-F238E27FC236}">
                <a16:creationId xmlns:a16="http://schemas.microsoft.com/office/drawing/2014/main" id="{623BB20F-FFFA-3F59-69A0-4553BF41A6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D88B123-3B32-16D5-0CC5-08BB2708A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539" y="1637474"/>
            <a:ext cx="2433269" cy="186855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853A8A9-0407-8580-A317-098F5FD36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539" y="3506025"/>
            <a:ext cx="2433269" cy="1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786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12334ca74_0_1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612334ca74_0_17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Analyse univariée des billets</a:t>
            </a:r>
            <a:endParaRPr sz="2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Répartition du nombre de billets</a:t>
            </a:r>
            <a:endParaRPr sz="2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g3612334ca74_0_1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612334ca74_0_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  <p:sp>
        <p:nvSpPr>
          <p:cNvPr id="157" name="Google Shape;157;g3612334ca74_0_17"/>
          <p:cNvSpPr txBox="1"/>
          <p:nvPr/>
        </p:nvSpPr>
        <p:spPr>
          <a:xfrm>
            <a:off x="1142025" y="1588375"/>
            <a:ext cx="6612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3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65FCDA7-29D0-49A5-98AA-470A84403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19" y="2016197"/>
            <a:ext cx="3528781" cy="256684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D62D913-3467-E41D-50CD-78EEAA0AB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714" y="1926334"/>
            <a:ext cx="4526679" cy="2746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0ed1d9b2f_0_23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10ed1d9b2f_0_23"/>
          <p:cNvSpPr txBox="1"/>
          <p:nvPr/>
        </p:nvSpPr>
        <p:spPr>
          <a:xfrm>
            <a:off x="895525" y="157375"/>
            <a:ext cx="85206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>
              <a:buClr>
                <a:schemeClr val="dk1"/>
              </a:buClr>
              <a:buSzPts val="2500"/>
            </a:pPr>
            <a:r>
              <a:rPr lang="fr-FR" sz="28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Analyse bivariée des billets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Heatmap de corrélation</a:t>
            </a:r>
            <a:endParaRPr sz="2500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10ed1d9b2f_0_23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10ed1d9b2f_0_23"/>
          <p:cNvSpPr txBox="1">
            <a:spLocks noGrp="1"/>
          </p:cNvSpPr>
          <p:nvPr>
            <p:ph type="body" idx="1"/>
          </p:nvPr>
        </p:nvSpPr>
        <p:spPr>
          <a:xfrm>
            <a:off x="292100" y="1628482"/>
            <a:ext cx="3366770" cy="3023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None/>
            </a:pPr>
            <a:endParaRPr lang="fr-FR" sz="9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None/>
            </a:pP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L’analyse de corrélation permet d’identifier les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variables redondantes 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ou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fortement liées 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entre elles.</a:t>
            </a:r>
          </a:p>
          <a:p>
            <a:pPr marL="17145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None/>
            </a:pP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Par exemple, les variables </a:t>
            </a:r>
            <a:r>
              <a:rPr lang="fr-FR" sz="9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height_left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et </a:t>
            </a:r>
            <a:r>
              <a:rPr lang="fr-FR" sz="9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height_right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sont corrélées positivement (0.39), indiquant qu’elles apportent une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information similaire 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sur la hauteur du billet.</a:t>
            </a:r>
          </a:p>
          <a:p>
            <a:pPr marL="17145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None/>
            </a:pP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À l’inverse, la variable </a:t>
            </a:r>
            <a:r>
              <a:rPr lang="fr-FR" sz="9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length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fortement corrélée à </a:t>
            </a:r>
            <a:r>
              <a:rPr lang="fr-FR" sz="9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is_genuine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(0.85), constitue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un attribut clé pour la prédiction.</a:t>
            </a:r>
          </a:p>
          <a:p>
            <a:pPr marL="17145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None/>
            </a:pPr>
            <a:endParaRPr lang="fr-FR" sz="900" b="1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None/>
            </a:pP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Ainsi, cette matrice aide à :</a:t>
            </a:r>
          </a:p>
          <a:p>
            <a:pPr marL="17145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None/>
            </a:pPr>
            <a:endParaRPr lang="fr-FR" sz="9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Arial" panose="020B0604020202020204" pitchFamily="34" charset="0"/>
              <a:buChar char="•"/>
            </a:pP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Simplifier le modèle 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en évitant la multi-colinéarité.</a:t>
            </a:r>
          </a:p>
          <a:p>
            <a:pPr marL="342900" marR="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Arial" panose="020B0604020202020204" pitchFamily="34" charset="0"/>
              <a:buChar char="•"/>
            </a:pP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Mettre en avant les dimensions les plus discriminantes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(ici </a:t>
            </a:r>
            <a:r>
              <a:rPr lang="fr-FR" sz="9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length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sz="9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margin_low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sz="9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margin_up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</a:p>
          <a:p>
            <a:pPr marL="342900" marR="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Arial" panose="020B0604020202020204" pitchFamily="34" charset="0"/>
              <a:buChar char="•"/>
            </a:pP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Optimiser la performance et la stabilité 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du modèle de classification.</a:t>
            </a:r>
            <a:endParaRPr sz="9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310ed1d9b2f_0_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EB4A485-BCD7-0BD8-1B45-2F4487A47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31123"/>
            <a:ext cx="3542269" cy="26181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6fec01c7e_0_13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66fec01c7e_0_134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buClr>
                <a:schemeClr val="dk1"/>
              </a:buClr>
              <a:buSzPts val="2500"/>
            </a:pPr>
            <a:r>
              <a:rPr lang="fr-FR" sz="24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Analyse bivariée des billets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Comparaison des dimensions de billets vrais/faux</a:t>
            </a:r>
            <a:endParaRPr sz="2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g366fec01c7e_0_13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66fec01c7e_0_13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2" name="Google Shape;113;g310ed1d9b2f_0_23">
            <a:extLst>
              <a:ext uri="{FF2B5EF4-FFF2-40B4-BE49-F238E27FC236}">
                <a16:creationId xmlns:a16="http://schemas.microsoft.com/office/drawing/2014/main" id="{A3ED75F3-1D7B-0C08-8B8A-99CC06CA2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642" y="1475263"/>
            <a:ext cx="3924300" cy="161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sz="9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None/>
            </a:pP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On observe des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différences nettes 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sur certaines mesures :</a:t>
            </a:r>
          </a:p>
          <a:p>
            <a:pPr marL="342900" marR="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Arial" panose="020B0604020202020204" pitchFamily="34" charset="0"/>
              <a:buChar char="•"/>
            </a:pPr>
            <a:endParaRPr lang="fr-FR" sz="9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Les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vrais billets 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sont généralement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plus longs 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et ont des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marges plus petites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342900" marR="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Arial" panose="020B0604020202020204" pitchFamily="34" charset="0"/>
              <a:buChar char="•"/>
            </a:pP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Les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faux billets 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montrent plus de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variabilité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notamment sur les marges et les hauteurs.</a:t>
            </a:r>
          </a:p>
          <a:p>
            <a:pPr marL="17145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None/>
            </a:pPr>
            <a:endParaRPr lang="fr-FR" sz="9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None/>
            </a:pP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Ces écarts confirment que les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caractéristiques dimensionnelles 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sont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pertinentes pour distinguer vrais et faux billets</a:t>
            </a:r>
            <a:r>
              <a:rPr lang="fr-FR" sz="9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9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900" b="1" dirty="0">
              <a:solidFill>
                <a:srgbClr val="289AD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D491E1-FD77-D4D7-14C4-714773805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600" y="1854208"/>
            <a:ext cx="4513197" cy="300580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01578E0-A970-431B-4FA6-71025F888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89" y="3035654"/>
            <a:ext cx="3790950" cy="19194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82E63B62-07A9-B25E-7FF7-A89D36CEC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0ed1d9b2f_0_23">
            <a:extLst>
              <a:ext uri="{FF2B5EF4-FFF2-40B4-BE49-F238E27FC236}">
                <a16:creationId xmlns:a16="http://schemas.microsoft.com/office/drawing/2014/main" id="{4E0F453A-B4C3-C4EE-9C5B-C34BC17FB7DC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10ed1d9b2f_0_23">
            <a:extLst>
              <a:ext uri="{FF2B5EF4-FFF2-40B4-BE49-F238E27FC236}">
                <a16:creationId xmlns:a16="http://schemas.microsoft.com/office/drawing/2014/main" id="{06A232F1-6353-A6D4-A4ED-78D2EED887B2}"/>
              </a:ext>
            </a:extLst>
          </p:cNvPr>
          <p:cNvSpPr txBox="1"/>
          <p:nvPr/>
        </p:nvSpPr>
        <p:spPr>
          <a:xfrm>
            <a:off x="226208" y="415369"/>
            <a:ext cx="85206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Etape de construction d’un modèle</a:t>
            </a:r>
            <a:endParaRPr sz="2500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10ed1d9b2f_0_23">
            <a:extLst>
              <a:ext uri="{FF2B5EF4-FFF2-40B4-BE49-F238E27FC236}">
                <a16:creationId xmlns:a16="http://schemas.microsoft.com/office/drawing/2014/main" id="{265E0EB5-9561-BD99-5575-E4C1D9B631AB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10ed1d9b2f_0_23">
            <a:extLst>
              <a:ext uri="{FF2B5EF4-FFF2-40B4-BE49-F238E27FC236}">
                <a16:creationId xmlns:a16="http://schemas.microsoft.com/office/drawing/2014/main" id="{89E1081A-5F63-E957-D6EE-8B939CC3DD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11</a:t>
            </a:fld>
            <a:endParaRPr dirty="0"/>
          </a:p>
        </p:txBody>
      </p:sp>
      <p:graphicFrame>
        <p:nvGraphicFramePr>
          <p:cNvPr id="46" name="Tableau 45">
            <a:extLst>
              <a:ext uri="{FF2B5EF4-FFF2-40B4-BE49-F238E27FC236}">
                <a16:creationId xmlns:a16="http://schemas.microsoft.com/office/drawing/2014/main" id="{3B497E8B-E50F-D926-F67F-E064BD466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633192"/>
              </p:ext>
            </p:extLst>
          </p:nvPr>
        </p:nvGraphicFramePr>
        <p:xfrm>
          <a:off x="756366" y="1863725"/>
          <a:ext cx="7460283" cy="2588061"/>
        </p:xfrm>
        <a:graphic>
          <a:graphicData uri="http://schemas.openxmlformats.org/drawingml/2006/table">
            <a:tbl>
              <a:tblPr/>
              <a:tblGrid>
                <a:gridCol w="2486761">
                  <a:extLst>
                    <a:ext uri="{9D8B030D-6E8A-4147-A177-3AD203B41FA5}">
                      <a16:colId xmlns:a16="http://schemas.microsoft.com/office/drawing/2014/main" val="4139131495"/>
                    </a:ext>
                  </a:extLst>
                </a:gridCol>
                <a:gridCol w="2486761">
                  <a:extLst>
                    <a:ext uri="{9D8B030D-6E8A-4147-A177-3AD203B41FA5}">
                      <a16:colId xmlns:a16="http://schemas.microsoft.com/office/drawing/2014/main" val="1597469409"/>
                    </a:ext>
                  </a:extLst>
                </a:gridCol>
                <a:gridCol w="2486761">
                  <a:extLst>
                    <a:ext uri="{9D8B030D-6E8A-4147-A177-3AD203B41FA5}">
                      <a16:colId xmlns:a16="http://schemas.microsoft.com/office/drawing/2014/main" val="3299554780"/>
                    </a:ext>
                  </a:extLst>
                </a:gridCol>
              </a:tblGrid>
              <a:tr h="1387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solidFill>
                            <a:schemeClr val="tx2"/>
                          </a:solidFill>
                          <a:latin typeface="Montserrat" panose="00000500000000000000" pitchFamily="2" charset="0"/>
                        </a:rPr>
                        <a:t>Étape</a:t>
                      </a:r>
                      <a:endParaRPr lang="fr-FR" sz="800" dirty="0">
                        <a:solidFill>
                          <a:schemeClr val="tx2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800" b="1" dirty="0">
                          <a:solidFill>
                            <a:schemeClr val="tx2"/>
                          </a:solidFill>
                          <a:latin typeface="Montserrat" panose="00000500000000000000" pitchFamily="2" charset="0"/>
                        </a:rPr>
                        <a:t>Action principale</a:t>
                      </a:r>
                      <a:endParaRPr lang="fr-FR" sz="800" dirty="0">
                        <a:solidFill>
                          <a:schemeClr val="tx2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800" b="1" dirty="0">
                          <a:solidFill>
                            <a:schemeClr val="tx2"/>
                          </a:solidFill>
                          <a:latin typeface="Montserrat" panose="00000500000000000000" pitchFamily="2" charset="0"/>
                        </a:rPr>
                        <a:t>Objectif</a:t>
                      </a:r>
                      <a:endParaRPr lang="fr-FR" sz="800" dirty="0">
                        <a:solidFill>
                          <a:schemeClr val="tx2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114432"/>
                  </a:ext>
                </a:extLst>
              </a:tr>
              <a:tr h="5231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solidFill>
                            <a:schemeClr val="tx2"/>
                          </a:solidFill>
                          <a:latin typeface="Montserrat" panose="00000500000000000000" pitchFamily="2" charset="0"/>
                        </a:rPr>
                        <a:t>1/ Échantillonnage stratifié</a:t>
                      </a:r>
                      <a:endParaRPr lang="fr-FR" sz="800" dirty="0">
                        <a:solidFill>
                          <a:schemeClr val="tx2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800" dirty="0">
                          <a:latin typeface="Montserrat" panose="00000500000000000000" pitchFamily="2" charset="0"/>
                        </a:rPr>
                        <a:t>Division du dataset : 80 % entraînement / 20 % testStratification selon la nature du billet (vrai/faux)</a:t>
                      </a: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800" dirty="0">
                          <a:latin typeface="Montserrat" panose="00000500000000000000" pitchFamily="2" charset="0"/>
                        </a:rPr>
                        <a:t>Représenter équitablement les deux classes</a:t>
                      </a: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80105"/>
                  </a:ext>
                </a:extLst>
              </a:tr>
              <a:tr h="3309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fr-FR" sz="800" b="1" dirty="0">
                          <a:solidFill>
                            <a:schemeClr val="tx2"/>
                          </a:solidFill>
                          <a:latin typeface="Montserrat" panose="00000500000000000000" pitchFamily="2" charset="0"/>
                        </a:rPr>
                        <a:t>2/ Standardisation</a:t>
                      </a:r>
                      <a:endParaRPr lang="fr-FR" sz="800" dirty="0">
                        <a:solidFill>
                          <a:schemeClr val="tx2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800" dirty="0">
                          <a:latin typeface="Montserrat" panose="00000500000000000000" pitchFamily="2" charset="0"/>
                        </a:rPr>
                        <a:t>Mise à l’échelle des variables continues</a:t>
                      </a: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800">
                          <a:latin typeface="Montserrat" panose="00000500000000000000" pitchFamily="2" charset="0"/>
                        </a:rPr>
                        <a:t>Uniformiser les échelles pour stabiliser les performances</a:t>
                      </a: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774319"/>
                  </a:ext>
                </a:extLst>
              </a:tr>
              <a:tr h="6192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solidFill>
                            <a:schemeClr val="tx2"/>
                          </a:solidFill>
                          <a:latin typeface="Montserrat" panose="00000500000000000000" pitchFamily="2" charset="0"/>
                        </a:rPr>
                        <a:t> 3/ Sélection du modèle</a:t>
                      </a:r>
                      <a:endParaRPr lang="fr-FR" sz="800" dirty="0">
                        <a:solidFill>
                          <a:schemeClr val="tx2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800" dirty="0">
                          <a:latin typeface="Montserrat" panose="00000500000000000000" pitchFamily="2" charset="0"/>
                        </a:rPr>
                        <a:t>Tests de plusieurs algorithmes (SVM, KNN, Régression Logistique, Random Forest)Optimisation via </a:t>
                      </a:r>
                      <a:r>
                        <a:rPr lang="fr-FR" sz="800" i="1" dirty="0">
                          <a:latin typeface="Montserrat" panose="00000500000000000000" pitchFamily="2" charset="0"/>
                        </a:rPr>
                        <a:t>GridSearchCV</a:t>
                      </a:r>
                      <a:endParaRPr lang="fr-FR" sz="800" dirty="0">
                        <a:latin typeface="Montserrat" panose="00000500000000000000" pitchFamily="2" charset="0"/>
                      </a:endParaRP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800" dirty="0">
                          <a:latin typeface="Montserrat" panose="00000500000000000000" pitchFamily="2" charset="0"/>
                        </a:rPr>
                        <a:t>Identifier le modèle le plus performant</a:t>
                      </a: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871668"/>
                  </a:ext>
                </a:extLst>
              </a:tr>
              <a:tr h="5231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fr-FR" sz="800" b="1" dirty="0">
                          <a:solidFill>
                            <a:schemeClr val="tx2"/>
                          </a:solidFill>
                          <a:latin typeface="Montserrat" panose="00000500000000000000" pitchFamily="2" charset="0"/>
                        </a:rPr>
                        <a:t>4/ Entraînement</a:t>
                      </a:r>
                      <a:endParaRPr lang="fr-FR" sz="800" dirty="0">
                        <a:solidFill>
                          <a:schemeClr val="tx2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800" dirty="0">
                          <a:latin typeface="Montserrat" panose="00000500000000000000" pitchFamily="2" charset="0"/>
                        </a:rPr>
                        <a:t>Ajustement des paramètres sur le jeu d’</a:t>
                      </a:r>
                      <a:r>
                        <a:rPr lang="fr-FR" sz="800" dirty="0" err="1">
                          <a:latin typeface="Montserrat" panose="00000500000000000000" pitchFamily="2" charset="0"/>
                        </a:rPr>
                        <a:t>apprentissageContrôle</a:t>
                      </a:r>
                      <a:r>
                        <a:rPr lang="fr-FR" sz="800" dirty="0">
                          <a:latin typeface="Montserrat" panose="00000500000000000000" pitchFamily="2" charset="0"/>
                        </a:rPr>
                        <a:t> du surapprentissage (</a:t>
                      </a:r>
                      <a:r>
                        <a:rPr lang="fr-FR" sz="800" i="1" dirty="0" err="1">
                          <a:latin typeface="Montserrat" panose="00000500000000000000" pitchFamily="2" charset="0"/>
                        </a:rPr>
                        <a:t>overfitting</a:t>
                      </a:r>
                      <a:r>
                        <a:rPr lang="fr-FR" sz="800" dirty="0">
                          <a:latin typeface="Montserrat" panose="00000500000000000000" pitchFamily="2" charset="0"/>
                        </a:rPr>
                        <a:t>)</a:t>
                      </a: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800" dirty="0">
                          <a:latin typeface="Montserrat" panose="00000500000000000000" pitchFamily="2" charset="0"/>
                        </a:rPr>
                        <a:t>Obtenir un modèle stable et explicable</a:t>
                      </a: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79942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800" b="1" dirty="0">
                          <a:solidFill>
                            <a:schemeClr val="tx2"/>
                          </a:solidFill>
                          <a:latin typeface="Montserrat" panose="00000500000000000000" pitchFamily="2" charset="0"/>
                        </a:rPr>
                        <a:t> 5/ Évaluation</a:t>
                      </a:r>
                      <a:endParaRPr lang="fr-FR" sz="800" dirty="0">
                        <a:solidFill>
                          <a:schemeClr val="tx2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800" dirty="0">
                          <a:latin typeface="Montserrat" panose="00000500000000000000" pitchFamily="2" charset="0"/>
                        </a:rPr>
                        <a:t>Analyse via matrice de confusion, F1-score, AUC et autres métriques</a:t>
                      </a: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800" dirty="0">
                          <a:latin typeface="Montserrat" panose="00000500000000000000" pitchFamily="2" charset="0"/>
                        </a:rPr>
                        <a:t>Valider la fiabilité et la généralisabilité du modèle</a:t>
                      </a:r>
                    </a:p>
                  </a:txBody>
                  <a:tcPr marL="42704" marR="42704" marT="21352" marB="213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674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9731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CC427736-9006-59BF-D3B1-CCEC34B70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0ed1d9b2f_0_23">
            <a:extLst>
              <a:ext uri="{FF2B5EF4-FFF2-40B4-BE49-F238E27FC236}">
                <a16:creationId xmlns:a16="http://schemas.microsoft.com/office/drawing/2014/main" id="{A9389941-BEDF-2CC4-2B77-E06F58333351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10ed1d9b2f_0_23">
            <a:extLst>
              <a:ext uri="{FF2B5EF4-FFF2-40B4-BE49-F238E27FC236}">
                <a16:creationId xmlns:a16="http://schemas.microsoft.com/office/drawing/2014/main" id="{0C3DD003-B843-AB8E-66ED-E7CA860362E1}"/>
              </a:ext>
            </a:extLst>
          </p:cNvPr>
          <p:cNvSpPr txBox="1"/>
          <p:nvPr/>
        </p:nvSpPr>
        <p:spPr>
          <a:xfrm>
            <a:off x="226208" y="415369"/>
            <a:ext cx="85206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Modélisation </a:t>
            </a:r>
            <a:r>
              <a:rPr lang="fr-FR" sz="25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non supervisée</a:t>
            </a:r>
            <a:endParaRPr sz="2500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10ed1d9b2f_0_23">
            <a:extLst>
              <a:ext uri="{FF2B5EF4-FFF2-40B4-BE49-F238E27FC236}">
                <a16:creationId xmlns:a16="http://schemas.microsoft.com/office/drawing/2014/main" id="{C797D3CE-C559-A604-33EE-A5BE6D682DD0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10ed1d9b2f_0_23">
            <a:extLst>
              <a:ext uri="{FF2B5EF4-FFF2-40B4-BE49-F238E27FC236}">
                <a16:creationId xmlns:a16="http://schemas.microsoft.com/office/drawing/2014/main" id="{56870F0A-BC44-4FD8-02ED-FC60D0117B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7350" y="1499150"/>
            <a:ext cx="7037100" cy="3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sz="9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900" b="1" dirty="0">
              <a:solidFill>
                <a:srgbClr val="289AD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310ed1d9b2f_0_23">
            <a:extLst>
              <a:ext uri="{FF2B5EF4-FFF2-40B4-BE49-F238E27FC236}">
                <a16:creationId xmlns:a16="http://schemas.microsoft.com/office/drawing/2014/main" id="{0BEC9BC4-65A2-A571-8FCC-EA476DB2D3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2" name="Google Shape;73;g3126216f2df_0_6">
            <a:extLst>
              <a:ext uri="{FF2B5EF4-FFF2-40B4-BE49-F238E27FC236}">
                <a16:creationId xmlns:a16="http://schemas.microsoft.com/office/drawing/2014/main" id="{97EC5DFF-ED4D-6768-51DC-E7BCFFBA7EA8}"/>
              </a:ext>
            </a:extLst>
          </p:cNvPr>
          <p:cNvSpPr txBox="1">
            <a:spLocks/>
          </p:cNvSpPr>
          <p:nvPr/>
        </p:nvSpPr>
        <p:spPr>
          <a:xfrm>
            <a:off x="289050" y="1822217"/>
            <a:ext cx="8565900" cy="2841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457200" lvl="0" indent="-3429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Wingdings 3" charset="2"/>
              <a:buChar char="●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lvl="1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lvl="2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0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800" lvl="3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286000" lvl="4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743200" lvl="5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200400" lvl="6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657600" lvl="7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114800" lvl="8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2777" lvl="1" indent="0">
              <a:buClr>
                <a:srgbClr val="38761D"/>
              </a:buClr>
              <a:buSzPts val="1150"/>
              <a:buNone/>
            </a:pPr>
            <a:endParaRPr lang="fr-FR" sz="1150" b="1" u="sng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12777" lvl="1" indent="0">
              <a:buClr>
                <a:srgbClr val="38761D"/>
              </a:buClr>
              <a:buSzPts val="1150"/>
              <a:buNone/>
            </a:pPr>
            <a:endParaRPr lang="fr-FR" sz="1150" b="1" u="sng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12777" lvl="1" indent="0">
              <a:buClr>
                <a:srgbClr val="38761D"/>
              </a:buClr>
              <a:buSzPts val="1150"/>
              <a:buNone/>
            </a:pPr>
            <a:endParaRPr lang="fr-FR" sz="1150" b="1" u="sng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 indent="-301623">
              <a:buClr>
                <a:srgbClr val="38761D"/>
              </a:buClr>
              <a:buSzPts val="1150"/>
              <a:buFont typeface="Montserrat"/>
              <a:buChar char="○"/>
            </a:pPr>
            <a:r>
              <a:rPr lang="fr-FR" sz="1150" dirty="0">
                <a:solidFill>
                  <a:schemeClr val="tx1"/>
                </a:solidFill>
                <a:latin typeface="Montserrat"/>
                <a:sym typeface="Montserrat"/>
              </a:rPr>
              <a:t>Le modèle apprend </a:t>
            </a:r>
            <a:r>
              <a:rPr lang="fr-FR" sz="1150" b="1" dirty="0">
                <a:solidFill>
                  <a:schemeClr val="tx2"/>
                </a:solidFill>
                <a:latin typeface="Montserrat"/>
                <a:sym typeface="Montserrat"/>
              </a:rPr>
              <a:t>sans variable cible </a:t>
            </a:r>
            <a:r>
              <a:rPr lang="fr-FR" sz="1150" dirty="0">
                <a:solidFill>
                  <a:schemeClr val="tx1"/>
                </a:solidFill>
                <a:latin typeface="Montserrat"/>
                <a:sym typeface="Montserrat"/>
              </a:rPr>
              <a:t>: il cherche des structures cachées dans les données.</a:t>
            </a:r>
          </a:p>
          <a:p>
            <a:pPr lvl="1" indent="-301623">
              <a:buClr>
                <a:srgbClr val="38761D"/>
              </a:buClr>
              <a:buSzPts val="1150"/>
              <a:buFont typeface="Montserrat"/>
              <a:buChar char="○"/>
            </a:pPr>
            <a:r>
              <a:rPr lang="fr-FR" sz="1150" dirty="0">
                <a:solidFill>
                  <a:schemeClr val="tx1"/>
                </a:solidFill>
                <a:latin typeface="Montserrat"/>
                <a:sym typeface="Montserrat"/>
              </a:rPr>
              <a:t>Objectif : </a:t>
            </a:r>
            <a:r>
              <a:rPr lang="fr-FR" sz="1150" b="1" dirty="0">
                <a:solidFill>
                  <a:schemeClr val="tx2"/>
                </a:solidFill>
                <a:latin typeface="Montserrat"/>
                <a:sym typeface="Montserrat"/>
              </a:rPr>
              <a:t>regrouper</a:t>
            </a:r>
            <a:r>
              <a:rPr lang="fr-FR" sz="1150" dirty="0">
                <a:solidFill>
                  <a:schemeClr val="tx1"/>
                </a:solidFill>
                <a:latin typeface="Montserrat"/>
                <a:sym typeface="Montserrat"/>
              </a:rPr>
              <a:t> les observations selon leurs similarités.</a:t>
            </a:r>
          </a:p>
          <a:p>
            <a:pPr lvl="1" indent="-301623">
              <a:buClr>
                <a:srgbClr val="38761D"/>
              </a:buClr>
              <a:buSzPts val="1150"/>
              <a:buFont typeface="Montserrat"/>
              <a:buChar char="○"/>
            </a:pPr>
            <a:r>
              <a:rPr lang="fr-FR" sz="1150" dirty="0">
                <a:solidFill>
                  <a:schemeClr val="tx1"/>
                </a:solidFill>
                <a:latin typeface="Montserrat"/>
                <a:sym typeface="Montserrat"/>
              </a:rPr>
              <a:t>Exemple utilisé ici : </a:t>
            </a:r>
            <a:r>
              <a:rPr lang="fr-FR" sz="1150" b="1" dirty="0">
                <a:solidFill>
                  <a:schemeClr val="tx2"/>
                </a:solidFill>
                <a:latin typeface="Montserrat"/>
                <a:sym typeface="Montserrat"/>
              </a:rPr>
              <a:t>K-</a:t>
            </a:r>
            <a:r>
              <a:rPr lang="fr-FR" sz="1150" b="1" dirty="0" err="1">
                <a:solidFill>
                  <a:schemeClr val="tx2"/>
                </a:solidFill>
                <a:latin typeface="Montserrat"/>
                <a:sym typeface="Montserrat"/>
              </a:rPr>
              <a:t>Means</a:t>
            </a:r>
            <a:endParaRPr lang="fr-FR" sz="1150" b="1" dirty="0">
              <a:solidFill>
                <a:schemeClr val="tx2"/>
              </a:solidFill>
              <a:latin typeface="Montserrat"/>
              <a:sym typeface="Montserrat"/>
            </a:endParaRPr>
          </a:p>
          <a:p>
            <a:pPr marL="612777" lvl="1" indent="0">
              <a:buClr>
                <a:srgbClr val="38761D"/>
              </a:buClr>
              <a:buSzPts val="1150"/>
              <a:buNone/>
            </a:pPr>
            <a:r>
              <a:rPr lang="fr-FR" sz="1150" dirty="0">
                <a:solidFill>
                  <a:schemeClr val="tx1"/>
                </a:solidFill>
                <a:latin typeface="Montserrat"/>
                <a:sym typeface="Wingdings" panose="05000000000000000000" pitchFamily="2" charset="2"/>
              </a:rPr>
              <a:t>		</a:t>
            </a:r>
            <a:r>
              <a:rPr lang="fr-FR" sz="1150" dirty="0">
                <a:solidFill>
                  <a:schemeClr val="tx1"/>
                </a:solidFill>
                <a:latin typeface="Montserrat"/>
                <a:sym typeface="Montserrat"/>
              </a:rPr>
              <a:t> Utile pour explorer les données, mais </a:t>
            </a:r>
            <a:r>
              <a:rPr lang="fr-FR" sz="1150" b="1" dirty="0">
                <a:solidFill>
                  <a:schemeClr val="tx2"/>
                </a:solidFill>
                <a:latin typeface="Montserrat"/>
                <a:sym typeface="Montserrat"/>
              </a:rPr>
              <a:t>non adapté </a:t>
            </a:r>
            <a:r>
              <a:rPr lang="fr-FR" sz="1150" dirty="0">
                <a:solidFill>
                  <a:schemeClr val="tx1"/>
                </a:solidFill>
                <a:latin typeface="Montserrat"/>
                <a:sym typeface="Montserrat"/>
              </a:rPr>
              <a:t>à la détection de faux billets, car il </a:t>
            </a:r>
            <a:r>
              <a:rPr lang="fr-FR" sz="1150" b="1" dirty="0">
                <a:solidFill>
                  <a:schemeClr val="tx2"/>
                </a:solidFill>
                <a:latin typeface="Montserrat"/>
                <a:sym typeface="Montserrat"/>
              </a:rPr>
              <a:t>ne distingue pas explicitement les classes “vrai/faux”</a:t>
            </a:r>
            <a:r>
              <a:rPr lang="fr-FR" sz="1150" dirty="0">
                <a:solidFill>
                  <a:schemeClr val="tx1"/>
                </a:solidFill>
                <a:latin typeface="Montserrat"/>
                <a:sym typeface="Montserrat"/>
              </a:rPr>
              <a:t>.</a:t>
            </a:r>
          </a:p>
          <a:p>
            <a:pPr lvl="1" indent="-301623">
              <a:buClr>
                <a:srgbClr val="38761D"/>
              </a:buClr>
              <a:buSzPts val="1150"/>
              <a:buFont typeface="Montserrat"/>
              <a:buChar char="○"/>
            </a:pPr>
            <a:r>
              <a:rPr lang="fr-FR" sz="1150" dirty="0">
                <a:solidFill>
                  <a:schemeClr val="tx1"/>
                </a:solidFill>
                <a:latin typeface="Montserrat"/>
                <a:sym typeface="Montserrat"/>
              </a:rPr>
              <a:t>Dans notre cas, le modèle crée </a:t>
            </a:r>
            <a:r>
              <a:rPr lang="fr-FR" sz="1150" b="1" dirty="0">
                <a:solidFill>
                  <a:schemeClr val="tx2"/>
                </a:solidFill>
                <a:latin typeface="Montserrat"/>
                <a:sym typeface="Montserrat"/>
              </a:rPr>
              <a:t>des clusters </a:t>
            </a:r>
            <a:r>
              <a:rPr lang="fr-FR" sz="1150" dirty="0">
                <a:solidFill>
                  <a:schemeClr val="tx1"/>
                </a:solidFill>
                <a:latin typeface="Montserrat"/>
                <a:sym typeface="Montserrat"/>
              </a:rPr>
              <a:t>(par exemple, deux groupes distincts de billets) </a:t>
            </a:r>
            <a:r>
              <a:rPr lang="fr-FR" sz="1150" b="1" dirty="0">
                <a:solidFill>
                  <a:schemeClr val="tx2"/>
                </a:solidFill>
                <a:latin typeface="Montserrat"/>
                <a:sym typeface="Montserrat"/>
              </a:rPr>
              <a:t>sans savoir</a:t>
            </a:r>
            <a:r>
              <a:rPr lang="fr-FR" sz="1150" dirty="0">
                <a:solidFill>
                  <a:schemeClr val="tx1"/>
                </a:solidFill>
                <a:latin typeface="Montserrat"/>
                <a:sym typeface="Montserrat"/>
              </a:rPr>
              <a:t> s’ils sont vrais ou faux.</a:t>
            </a:r>
          </a:p>
          <a:p>
            <a:pPr marL="612777" lvl="1" indent="0">
              <a:buClr>
                <a:srgbClr val="38761D"/>
              </a:buClr>
              <a:buSzPts val="1150"/>
              <a:buNone/>
            </a:pPr>
            <a:endParaRPr lang="fr-FR" sz="1150" dirty="0">
              <a:solidFill>
                <a:schemeClr val="tx1"/>
              </a:solidFill>
              <a:latin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54775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6fec01c7e_0_49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66fec01c7e_0_49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Modèles de prédiction</a:t>
            </a:r>
            <a:endParaRPr sz="2200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K-Means </a:t>
            </a:r>
            <a:endParaRPr sz="2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g366fec01c7e_0_49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66fec01c7e_0_4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188" name="Google Shape;188;g366fec01c7e_0_49"/>
          <p:cNvSpPr txBox="1"/>
          <p:nvPr/>
        </p:nvSpPr>
        <p:spPr>
          <a:xfrm>
            <a:off x="-143125" y="1296244"/>
            <a:ext cx="9231465" cy="163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ACP : </a:t>
            </a:r>
            <a:endParaRPr sz="900" b="1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Clustering avec k=2 (cassure en K2 sur la courbe d’inertie)</a:t>
            </a: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-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Variance expliquée : PC1 et PC2 capturent la majorité de l’information (&gt;80%).</a:t>
            </a: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-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Graphique ACP : les clusters sont bien séparés en 2D, confirmant que les dimensions des billets permettent une bonne classification.</a:t>
            </a: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-FR" sz="900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KMeans</a:t>
            </a:r>
            <a:r>
              <a:rPr lang="fr-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réussi à identifier des groupes cohérents, et l’ACP montre que les variables dimensionnelles jouent un rôle clé dans la différenciation des vrais et faux billets.</a:t>
            </a: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9" name="Google Shape;189;g366fec01c7e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128" y="2893499"/>
            <a:ext cx="2563306" cy="196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73E3BAE-ED25-5334-DF2D-08B7BD8DA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125" y="2797413"/>
            <a:ext cx="2851749" cy="205663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908C618-2D0E-C7A8-C0D1-D47A841662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565" y="2893499"/>
            <a:ext cx="2553506" cy="18634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86493AF9-B20C-C8DF-3DE9-2317C82E0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6fec01c7e_0_49">
            <a:extLst>
              <a:ext uri="{FF2B5EF4-FFF2-40B4-BE49-F238E27FC236}">
                <a16:creationId xmlns:a16="http://schemas.microsoft.com/office/drawing/2014/main" id="{F74B22DE-C278-A402-81D4-16E0E272C511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66fec01c7e_0_49">
            <a:extLst>
              <a:ext uri="{FF2B5EF4-FFF2-40B4-BE49-F238E27FC236}">
                <a16:creationId xmlns:a16="http://schemas.microsoft.com/office/drawing/2014/main" id="{F7D7F280-AF62-977A-8F6F-1CFFF7BDFC72}"/>
              </a:ext>
            </a:extLst>
          </p:cNvPr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Modèles de prédiction</a:t>
            </a:r>
            <a:endParaRPr sz="2200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K-Means</a:t>
            </a:r>
            <a:endParaRPr sz="2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g366fec01c7e_0_49">
            <a:extLst>
              <a:ext uri="{FF2B5EF4-FFF2-40B4-BE49-F238E27FC236}">
                <a16:creationId xmlns:a16="http://schemas.microsoft.com/office/drawing/2014/main" id="{39EFACF4-A306-5C63-7B98-DFC40B6F1C43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66fec01c7e_0_49">
            <a:extLst>
              <a:ext uri="{FF2B5EF4-FFF2-40B4-BE49-F238E27FC236}">
                <a16:creationId xmlns:a16="http://schemas.microsoft.com/office/drawing/2014/main" id="{94E74F4A-8AAE-886C-7464-9C6F006A54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188" name="Google Shape;188;g366fec01c7e_0_49">
            <a:extLst>
              <a:ext uri="{FF2B5EF4-FFF2-40B4-BE49-F238E27FC236}">
                <a16:creationId xmlns:a16="http://schemas.microsoft.com/office/drawing/2014/main" id="{37ADD370-2C47-9B35-DE91-9168A4E05560}"/>
              </a:ext>
            </a:extLst>
          </p:cNvPr>
          <p:cNvSpPr txBox="1"/>
          <p:nvPr/>
        </p:nvSpPr>
        <p:spPr>
          <a:xfrm>
            <a:off x="380836" y="1399610"/>
            <a:ext cx="4319061" cy="150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Etapes principales : </a:t>
            </a:r>
            <a:endParaRPr sz="900" b="1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Données</a:t>
            </a:r>
            <a:r>
              <a:rPr lang="fr" sz="900" b="1" dirty="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standardisées</a:t>
            </a: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avec </a:t>
            </a:r>
            <a:r>
              <a:rPr lang="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StandardScaler()</a:t>
            </a:r>
            <a:endParaRPr sz="900" b="1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Clustering avec k=2</a:t>
            </a: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Attribution du type de billet par majorité de cluster</a:t>
            </a: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g366fec01c7e_0_49">
            <a:extLst>
              <a:ext uri="{FF2B5EF4-FFF2-40B4-BE49-F238E27FC236}">
                <a16:creationId xmlns:a16="http://schemas.microsoft.com/office/drawing/2014/main" id="{A84CFA31-4C3A-7B25-C39D-CB2077106CFE}"/>
              </a:ext>
            </a:extLst>
          </p:cNvPr>
          <p:cNvSpPr txBox="1"/>
          <p:nvPr/>
        </p:nvSpPr>
        <p:spPr>
          <a:xfrm>
            <a:off x="380925" y="2412948"/>
            <a:ext cx="5546100" cy="974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Scores du modele : </a:t>
            </a:r>
            <a:endParaRPr sz="900" b="1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Silhouette_score : 0.33534 </a:t>
            </a: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Wingdings" panose="05000000000000000000" pitchFamily="2" charset="2"/>
              </a:rPr>
              <a:t>séparation faible</a:t>
            </a: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Accuracy : 	    0.98</a:t>
            </a: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Montserrat"/>
              <a:buChar char="○"/>
            </a:pPr>
            <a:r>
              <a:rPr lang="fr" sz="9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Erreur :                     2%</a:t>
            </a:r>
            <a:endParaRPr sz="1000" dirty="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190;g366fec01c7e_0_49">
            <a:extLst>
              <a:ext uri="{FF2B5EF4-FFF2-40B4-BE49-F238E27FC236}">
                <a16:creationId xmlns:a16="http://schemas.microsoft.com/office/drawing/2014/main" id="{0BE8A01D-9692-1EAA-22AD-6A73D0208E72}"/>
              </a:ext>
            </a:extLst>
          </p:cNvPr>
          <p:cNvSpPr txBox="1"/>
          <p:nvPr/>
        </p:nvSpPr>
        <p:spPr>
          <a:xfrm>
            <a:off x="380925" y="3249659"/>
            <a:ext cx="5546100" cy="1105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Matrice de confusion : </a:t>
            </a:r>
            <a:endParaRPr sz="900" b="1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○"/>
              <a:defRPr sz="1400"/>
            </a:pPr>
            <a:r>
              <a:rPr lang="fr-FR" sz="900" dirty="0">
                <a:solidFill>
                  <a:srgbClr val="434343"/>
                </a:solidFill>
                <a:latin typeface="Montserrat"/>
              </a:rPr>
              <a:t>TP : 198 vrais billets bien prédits</a:t>
            </a:r>
          </a:p>
          <a:p>
            <a:pPr marL="914400" lvl="1"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○"/>
              <a:defRPr sz="1400"/>
            </a:pPr>
            <a:r>
              <a:rPr lang="fr-FR" sz="900" dirty="0">
                <a:solidFill>
                  <a:srgbClr val="434343"/>
                </a:solidFill>
                <a:latin typeface="Montserrat"/>
              </a:rPr>
              <a:t>TN : 96 faux billets bien prédits</a:t>
            </a:r>
          </a:p>
          <a:p>
            <a:pPr marL="914400" lvl="1"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○"/>
              <a:defRPr sz="1400"/>
            </a:pPr>
            <a:r>
              <a:rPr lang="fr-FR" sz="900" dirty="0">
                <a:solidFill>
                  <a:srgbClr val="434343"/>
                </a:solidFill>
                <a:latin typeface="Montserrat"/>
              </a:rPr>
              <a:t>FP : 4 faux billets mal classés</a:t>
            </a:r>
          </a:p>
          <a:p>
            <a:pPr marL="914400" lvl="1"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○"/>
              <a:defRPr sz="1400"/>
            </a:pPr>
            <a:r>
              <a:rPr lang="fr-FR" sz="900" dirty="0">
                <a:solidFill>
                  <a:srgbClr val="434343"/>
                </a:solidFill>
                <a:latin typeface="Montserrat"/>
              </a:rPr>
              <a:t>FN : 2 vrais billets mal classés</a:t>
            </a:r>
          </a:p>
          <a:p>
            <a:pPr marL="9144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188;g366fec01c7e_0_49">
            <a:extLst>
              <a:ext uri="{FF2B5EF4-FFF2-40B4-BE49-F238E27FC236}">
                <a16:creationId xmlns:a16="http://schemas.microsoft.com/office/drawing/2014/main" id="{EEF12F34-AC9A-9736-5D06-BB5563FA834F}"/>
              </a:ext>
            </a:extLst>
          </p:cNvPr>
          <p:cNvSpPr txBox="1"/>
          <p:nvPr/>
        </p:nvSpPr>
        <p:spPr>
          <a:xfrm>
            <a:off x="380835" y="4098775"/>
            <a:ext cx="5888397" cy="1105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r>
              <a:rPr lang="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Conclusion : </a:t>
            </a: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endParaRPr lang="fr" sz="900" b="1" dirty="0">
              <a:solidFill>
                <a:schemeClr val="tx2"/>
              </a:solidFill>
              <a:latin typeface="Montserrat"/>
              <a:sym typeface="Montserrat"/>
            </a:endParaRPr>
          </a:p>
          <a:p>
            <a:pPr marL="914400" lvl="1"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○"/>
              <a:defRPr sz="1400"/>
            </a:pPr>
            <a:r>
              <a:rPr lang="fr-FR" sz="900" dirty="0">
                <a:latin typeface="Montserrat"/>
              </a:rPr>
              <a:t>Même si le </a:t>
            </a:r>
            <a:r>
              <a:rPr lang="fr-FR" sz="900" b="1" dirty="0">
                <a:solidFill>
                  <a:schemeClr val="tx2"/>
                </a:solidFill>
                <a:latin typeface="Montserrat"/>
              </a:rPr>
              <a:t>score de silhouette </a:t>
            </a:r>
            <a:r>
              <a:rPr lang="fr-FR" sz="900" dirty="0">
                <a:latin typeface="Montserrat"/>
              </a:rPr>
              <a:t>ou la </a:t>
            </a:r>
            <a:r>
              <a:rPr lang="fr-FR" sz="900" b="1" dirty="0">
                <a:solidFill>
                  <a:schemeClr val="tx2"/>
                </a:solidFill>
                <a:latin typeface="Montserrat"/>
              </a:rPr>
              <a:t>variance expliquée </a:t>
            </a:r>
            <a:r>
              <a:rPr lang="fr-FR" sz="900" dirty="0">
                <a:latin typeface="Montserrat"/>
              </a:rPr>
              <a:t>(ACP) semblent bons.</a:t>
            </a:r>
          </a:p>
          <a:p>
            <a:pPr marL="914400" lvl="1" indent="-285750">
              <a:lnSpc>
                <a:spcPct val="95000"/>
              </a:lnSpc>
              <a:buClr>
                <a:srgbClr val="434343"/>
              </a:buClr>
              <a:buSzPts val="900"/>
              <a:buFont typeface="Montserrat"/>
              <a:buChar char="○"/>
              <a:defRPr sz="1400"/>
            </a:pPr>
            <a:r>
              <a:rPr lang="fr-FR" sz="900" dirty="0">
                <a:latin typeface="Montserrat"/>
              </a:rPr>
              <a:t>Le modèle </a:t>
            </a:r>
            <a:r>
              <a:rPr lang="fr-FR" sz="900" b="1" dirty="0">
                <a:solidFill>
                  <a:schemeClr val="tx2"/>
                </a:solidFill>
                <a:latin typeface="Montserrat"/>
              </a:rPr>
              <a:t>ne peut pas prédire </a:t>
            </a:r>
            <a:r>
              <a:rPr lang="fr-FR" sz="900" dirty="0">
                <a:latin typeface="Montserrat"/>
              </a:rPr>
              <a:t>la nature d’un nouveau billet (authentique ou faux) car il </a:t>
            </a:r>
            <a:r>
              <a:rPr lang="fr-FR" sz="900" b="1" dirty="0">
                <a:solidFill>
                  <a:schemeClr val="tx2"/>
                </a:solidFill>
                <a:latin typeface="Montserrat"/>
              </a:rPr>
              <a:t>n’a jamais appris cette étiquette</a:t>
            </a:r>
            <a:r>
              <a:rPr lang="fr-FR" sz="900" dirty="0">
                <a:latin typeface="Montserrat"/>
              </a:rPr>
              <a:t>.</a:t>
            </a:r>
            <a:endParaRPr sz="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F2678F-CAFB-3F3E-4622-64359304A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536" y="2064117"/>
            <a:ext cx="2918790" cy="237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42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540D3474-C92F-7520-ECE5-831E97A6E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0ed1d9b2f_0_23">
            <a:extLst>
              <a:ext uri="{FF2B5EF4-FFF2-40B4-BE49-F238E27FC236}">
                <a16:creationId xmlns:a16="http://schemas.microsoft.com/office/drawing/2014/main" id="{C77C21C5-C9AF-347C-EEF6-8A3EC50B3BB9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10ed1d9b2f_0_23">
            <a:extLst>
              <a:ext uri="{FF2B5EF4-FFF2-40B4-BE49-F238E27FC236}">
                <a16:creationId xmlns:a16="http://schemas.microsoft.com/office/drawing/2014/main" id="{81E45382-7F3C-F940-E022-DA559963AC8B}"/>
              </a:ext>
            </a:extLst>
          </p:cNvPr>
          <p:cNvSpPr txBox="1"/>
          <p:nvPr/>
        </p:nvSpPr>
        <p:spPr>
          <a:xfrm>
            <a:off x="235600" y="369152"/>
            <a:ext cx="85206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Modélisation s</a:t>
            </a:r>
            <a:r>
              <a:rPr lang="fr-FR" sz="25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upervisée</a:t>
            </a:r>
            <a:endParaRPr sz="2500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10ed1d9b2f_0_23">
            <a:extLst>
              <a:ext uri="{FF2B5EF4-FFF2-40B4-BE49-F238E27FC236}">
                <a16:creationId xmlns:a16="http://schemas.microsoft.com/office/drawing/2014/main" id="{F6B9B80A-A0DC-8DA1-6F83-4B12DABB01BA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10ed1d9b2f_0_23">
            <a:extLst>
              <a:ext uri="{FF2B5EF4-FFF2-40B4-BE49-F238E27FC236}">
                <a16:creationId xmlns:a16="http://schemas.microsoft.com/office/drawing/2014/main" id="{D1CAC485-DED1-9C62-59DE-2EE66D24E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7350" y="1499150"/>
            <a:ext cx="7037100" cy="3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endParaRPr sz="9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9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900" b="1" dirty="0">
              <a:solidFill>
                <a:srgbClr val="289AD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310ed1d9b2f_0_23">
            <a:extLst>
              <a:ext uri="{FF2B5EF4-FFF2-40B4-BE49-F238E27FC236}">
                <a16:creationId xmlns:a16="http://schemas.microsoft.com/office/drawing/2014/main" id="{5CD76F66-5EC5-C9BC-6E52-BEE3E958BA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2" name="Google Shape;73;g3126216f2df_0_6">
            <a:extLst>
              <a:ext uri="{FF2B5EF4-FFF2-40B4-BE49-F238E27FC236}">
                <a16:creationId xmlns:a16="http://schemas.microsoft.com/office/drawing/2014/main" id="{48D6E9DF-9966-CD8C-12DC-59F42BBB89E8}"/>
              </a:ext>
            </a:extLst>
          </p:cNvPr>
          <p:cNvSpPr txBox="1">
            <a:spLocks/>
          </p:cNvSpPr>
          <p:nvPr/>
        </p:nvSpPr>
        <p:spPr>
          <a:xfrm>
            <a:off x="289050" y="1767742"/>
            <a:ext cx="8565900" cy="2841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70000" lnSpcReduction="20000"/>
          </a:bodyPr>
          <a:lstStyle>
            <a:lvl1pPr marL="457200" lvl="0" indent="-3429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Wingdings 3" charset="2"/>
              <a:buChar char="●"/>
              <a:defRPr sz="13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lvl="1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lvl="2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05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800" lvl="3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286000" lvl="4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743200" lvl="5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200400" lvl="6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657600" lvl="7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114800" lvl="8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9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12777" lvl="1" indent="0">
              <a:buClr>
                <a:srgbClr val="38761D"/>
              </a:buClr>
              <a:buSzPts val="1150"/>
              <a:buNone/>
            </a:pPr>
            <a:endParaRPr lang="fr-FR" sz="1150" b="1" u="sng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 indent="-301623">
              <a:buClr>
                <a:srgbClr val="38761D"/>
              </a:buClr>
              <a:buSzPts val="1150"/>
              <a:buFont typeface="Montserrat"/>
              <a:buChar char="○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Le </a:t>
            </a:r>
            <a:r>
              <a:rPr lang="fr-FR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modèle supervisé </a:t>
            </a: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apprend à partir de </a:t>
            </a:r>
            <a:r>
              <a:rPr lang="fr-FR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données étiquetées</a:t>
            </a: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c’est-à-dire que pour chaque exemple, on connaît déjà le résultat attendu (vrai ou faux billet).</a:t>
            </a:r>
          </a:p>
          <a:p>
            <a:pPr lvl="1" indent="-301623">
              <a:buClr>
                <a:srgbClr val="38761D"/>
              </a:buClr>
              <a:buSzPts val="1150"/>
              <a:buFont typeface="Montserrat"/>
              <a:buChar char="○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L’objectif est d’</a:t>
            </a:r>
            <a:r>
              <a:rPr lang="fr-FR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apprendre la relation </a:t>
            </a: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entre les caractéristiques des billets (longueur, marge, hauteur…) et leur </a:t>
            </a:r>
            <a:r>
              <a:rPr lang="fr-FR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étiquette</a:t>
            </a: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pour ensuite </a:t>
            </a:r>
            <a:r>
              <a:rPr lang="fr-FR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prédire la classe </a:t>
            </a: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d’un nouveau billet inconnu.</a:t>
            </a:r>
          </a:p>
          <a:p>
            <a:pPr lvl="1" indent="-301623">
              <a:buClr>
                <a:srgbClr val="38761D"/>
              </a:buClr>
              <a:buSzPts val="1150"/>
              <a:buFont typeface="Montserrat"/>
              <a:buChar char="○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Ce type de modèle permet donc de </a:t>
            </a:r>
            <a:r>
              <a:rPr lang="fr-FR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classer automatiquement </a:t>
            </a: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un billet selon sa probabilité d’être authentique.</a:t>
            </a:r>
          </a:p>
          <a:p>
            <a:pPr lvl="1" indent="-301623" algn="ctr">
              <a:buClr>
                <a:srgbClr val="38761D"/>
              </a:buClr>
              <a:buSzPts val="1150"/>
              <a:buFont typeface="Montserrat"/>
              <a:buChar char="○"/>
            </a:pPr>
            <a:endParaRPr lang="fr-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 indent="-301623">
              <a:buClr>
                <a:schemeClr val="tx2"/>
              </a:buClr>
              <a:buSzPts val="1150"/>
              <a:buFont typeface="Wingdings" panose="05000000000000000000" pitchFamily="2" charset="2"/>
              <a:buChar char="Ø"/>
            </a:pPr>
            <a:r>
              <a:rPr lang="fr-FR" b="1" u="sng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Modèles utilisés </a:t>
            </a: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lvl="1" indent="-301623">
              <a:buClr>
                <a:schemeClr val="tx2"/>
              </a:buClr>
              <a:buSzPts val="1150"/>
              <a:buFont typeface="Wingdings" panose="05000000000000000000" pitchFamily="2" charset="2"/>
              <a:buChar char="Ø"/>
            </a:pPr>
            <a:endParaRPr lang="fr-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2" indent="-301623">
              <a:buClr>
                <a:schemeClr val="tx2"/>
              </a:buClr>
              <a:buSzPts val="1150"/>
              <a:buFont typeface="Wingdings" panose="05000000000000000000" pitchFamily="2" charset="2"/>
              <a:buChar char="v"/>
            </a:pPr>
            <a:r>
              <a:rPr lang="fr-FR" sz="12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Régression Logistique </a:t>
            </a:r>
            <a:r>
              <a:rPr lang="fr-FR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→ Modèle </a:t>
            </a:r>
            <a:r>
              <a:rPr lang="fr-FR" sz="12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linéaire probabiliste </a:t>
            </a:r>
            <a:r>
              <a:rPr lang="fr-FR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calcule la probabilité qu’un billet soit vrai (1) ou faux (0) selon une combinaison linéaire de ses variables.</a:t>
            </a:r>
          </a:p>
          <a:p>
            <a:pPr lvl="2" indent="-301623">
              <a:buClr>
                <a:schemeClr val="tx2"/>
              </a:buClr>
              <a:buSzPts val="1150"/>
              <a:buFont typeface="Wingdings" panose="05000000000000000000" pitchFamily="2" charset="2"/>
              <a:buChar char="v"/>
            </a:pPr>
            <a:endParaRPr lang="fr-FR" sz="12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2" indent="-301623">
              <a:buClr>
                <a:schemeClr val="tx2"/>
              </a:buClr>
              <a:buSzPts val="1150"/>
              <a:buFont typeface="Wingdings" panose="05000000000000000000" pitchFamily="2" charset="2"/>
              <a:buChar char="v"/>
            </a:pPr>
            <a:r>
              <a:rPr lang="fr-FR" sz="12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SVM (Support </a:t>
            </a:r>
            <a:r>
              <a:rPr lang="fr-FR" sz="1200" b="1" dirty="0" err="1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Vector</a:t>
            </a:r>
            <a:r>
              <a:rPr lang="fr-FR" sz="12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 Machine) </a:t>
            </a:r>
            <a:r>
              <a:rPr lang="fr-FR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→ Trouve le </a:t>
            </a:r>
            <a:r>
              <a:rPr lang="fr-FR" sz="12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meilleur hyperplan de séparation </a:t>
            </a:r>
            <a:r>
              <a:rPr lang="fr-FR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entre les classes, en maximisant la marge entre les points. Peut utiliser des </a:t>
            </a:r>
            <a:r>
              <a:rPr lang="fr-FR" sz="12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noyaux (kernel) </a:t>
            </a:r>
            <a:r>
              <a:rPr lang="fr-FR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pour gérer la non-linéarité.</a:t>
            </a:r>
          </a:p>
          <a:p>
            <a:pPr lvl="2" indent="-301623">
              <a:buClr>
                <a:schemeClr val="tx2"/>
              </a:buClr>
              <a:buSzPts val="1150"/>
              <a:buFont typeface="Wingdings" panose="05000000000000000000" pitchFamily="2" charset="2"/>
              <a:buChar char="v"/>
            </a:pPr>
            <a:endParaRPr lang="fr-FR" sz="12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2" indent="-301623">
              <a:buClr>
                <a:schemeClr val="tx2"/>
              </a:buClr>
              <a:buSzPts val="1150"/>
              <a:buFont typeface="Wingdings" panose="05000000000000000000" pitchFamily="2" charset="2"/>
              <a:buChar char="v"/>
            </a:pPr>
            <a:r>
              <a:rPr lang="fr-FR" sz="12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KNN (K-</a:t>
            </a:r>
            <a:r>
              <a:rPr lang="fr-FR" sz="1200" b="1" dirty="0" err="1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Nearest</a:t>
            </a:r>
            <a:r>
              <a:rPr lang="fr-FR" sz="12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 Neighbors)</a:t>
            </a:r>
            <a:r>
              <a:rPr lang="fr-FR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→ Classe un billet selon la </a:t>
            </a:r>
            <a:r>
              <a:rPr lang="fr-FR" sz="12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majorité de ses voisins les plus proches </a:t>
            </a:r>
            <a:r>
              <a:rPr lang="fr-FR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(en distance). Aucune phase d’apprentissage, la prédiction dépend des données stockées.</a:t>
            </a:r>
          </a:p>
          <a:p>
            <a:pPr lvl="2" indent="-301623">
              <a:buClr>
                <a:schemeClr val="tx2"/>
              </a:buClr>
              <a:buSzPts val="1150"/>
              <a:buFont typeface="Wingdings" panose="05000000000000000000" pitchFamily="2" charset="2"/>
              <a:buChar char="v"/>
            </a:pPr>
            <a:endParaRPr lang="fr-FR" sz="12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2" indent="-301623">
              <a:buClr>
                <a:schemeClr val="tx2"/>
              </a:buClr>
              <a:buSzPts val="1150"/>
              <a:buFont typeface="Wingdings" panose="05000000000000000000" pitchFamily="2" charset="2"/>
              <a:buChar char="v"/>
            </a:pPr>
            <a:r>
              <a:rPr lang="fr-FR" sz="12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Random Forest </a:t>
            </a:r>
            <a:r>
              <a:rPr lang="fr-FR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→ Ensemble d’arbres de décision formés sur des sous-échantillons de données, puis agrégés (</a:t>
            </a:r>
            <a:r>
              <a:rPr lang="fr-FR" sz="12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bagging</a:t>
            </a:r>
            <a:r>
              <a:rPr lang="fr-FR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). Chaque arbre vote pour une classe.</a:t>
            </a:r>
          </a:p>
          <a:p>
            <a:pPr lvl="2" indent="-301623">
              <a:buClr>
                <a:srgbClr val="38761D"/>
              </a:buClr>
              <a:buSzPts val="1150"/>
              <a:buFont typeface="Montserrat"/>
              <a:buChar char="○"/>
            </a:pPr>
            <a:endParaRPr lang="fr-FR" sz="12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12777" lvl="1" indent="0">
              <a:buClr>
                <a:srgbClr val="38761D"/>
              </a:buClr>
              <a:buSzPts val="1150"/>
              <a:buNone/>
            </a:pPr>
            <a:r>
              <a:rPr lang="fr-FR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But final </a:t>
            </a: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 apprendre à partir des exemples connus afin de prédire si un billet est vrai ou faux.</a:t>
            </a:r>
          </a:p>
        </p:txBody>
      </p:sp>
    </p:spTree>
    <p:extLst>
      <p:ext uri="{BB962C8B-B14F-4D97-AF65-F5344CB8AC3E}">
        <p14:creationId xmlns:p14="http://schemas.microsoft.com/office/powerpoint/2010/main" val="4047123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>
          <a:extLst>
            <a:ext uri="{FF2B5EF4-FFF2-40B4-BE49-F238E27FC236}">
              <a16:creationId xmlns:a16="http://schemas.microsoft.com/office/drawing/2014/main" id="{6058B513-464E-63EA-1B69-2F600B32D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6fec01c7e_0_41">
            <a:extLst>
              <a:ext uri="{FF2B5EF4-FFF2-40B4-BE49-F238E27FC236}">
                <a16:creationId xmlns:a16="http://schemas.microsoft.com/office/drawing/2014/main" id="{73D1B603-5655-8BC9-7651-E7CE1521E458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66fec01c7e_0_41">
            <a:extLst>
              <a:ext uri="{FF2B5EF4-FFF2-40B4-BE49-F238E27FC236}">
                <a16:creationId xmlns:a16="http://schemas.microsoft.com/office/drawing/2014/main" id="{23AC5765-87EA-F2FC-5B80-6189119D1643}"/>
              </a:ext>
            </a:extLst>
          </p:cNvPr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Modèles de prédiction</a:t>
            </a:r>
            <a:endParaRPr sz="2200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Comparaison des matrices de confusion</a:t>
            </a:r>
            <a:endParaRPr sz="2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g366fec01c7e_0_41">
            <a:extLst>
              <a:ext uri="{FF2B5EF4-FFF2-40B4-BE49-F238E27FC236}">
                <a16:creationId xmlns:a16="http://schemas.microsoft.com/office/drawing/2014/main" id="{6508425F-8DE4-EBCB-72B3-9A7AF890FCF7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66fec01c7e_0_41">
            <a:extLst>
              <a:ext uri="{FF2B5EF4-FFF2-40B4-BE49-F238E27FC236}">
                <a16:creationId xmlns:a16="http://schemas.microsoft.com/office/drawing/2014/main" id="{741EAD3B-B0EA-BE29-1F1F-63CE8C7F2E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215" name="Google Shape;215;g366fec01c7e_0_41">
            <a:extLst>
              <a:ext uri="{FF2B5EF4-FFF2-40B4-BE49-F238E27FC236}">
                <a16:creationId xmlns:a16="http://schemas.microsoft.com/office/drawing/2014/main" id="{B7B62DE9-673A-67C6-0C3C-76F63894C5E3}"/>
              </a:ext>
            </a:extLst>
          </p:cNvPr>
          <p:cNvSpPr txBox="1"/>
          <p:nvPr/>
        </p:nvSpPr>
        <p:spPr>
          <a:xfrm>
            <a:off x="162136" y="1605679"/>
            <a:ext cx="4904642" cy="30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La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matrice de confusion 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me permet de visualiser les erreurs de prédiction.</a:t>
            </a: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endParaRPr lang="fr-FR" sz="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Les matrices de confusion confirment visuellement la qualité des prédictions.</a:t>
            </a: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endParaRPr lang="fr-FR" sz="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Les quatre modèles identifient correctement presque tous les vrais et faux billets.</a:t>
            </a: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endParaRPr lang="fr-FR" sz="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On observe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très peu de faux positifs et de faux négatifs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, ce qui corrobore les excellents scores de précision et de rappel obtenus dans l’analyse des modèles.</a:t>
            </a: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endParaRPr lang="fr-FR" sz="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La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régression logistique 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se distingue légèrement, avec le plus petit nombre d’erreurs globales (4 faux positifs, 1 faux négatif), ce qui confirme sa robustesse et sa stabilité par rapport aux autres modèles.</a:t>
            </a: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endParaRPr lang="fr-FR" sz="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Globalement, ces résultats confirment la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très bonne séparation linéaire du jeu de données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 : les caractéristiques dimensionnelles permettent de distinguer efficacement les vrais et faux billets, quels que soient les algorithmes utilisés.</a:t>
            </a:r>
            <a:endParaRPr sz="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7879BA5-A619-4F57-7F53-DFB31A63C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474" y="1623950"/>
            <a:ext cx="3408482" cy="32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31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12334ca74_0_78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612334ca74_0_78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Modèles de prédiction</a:t>
            </a:r>
            <a:endParaRPr sz="2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Comparatif des courbes ROC</a:t>
            </a:r>
            <a:endParaRPr sz="2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g3612334ca74_0_78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612334ca74_0_7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244" name="Google Shape;244;g3612334ca74_0_78"/>
          <p:cNvSpPr txBox="1"/>
          <p:nvPr/>
        </p:nvSpPr>
        <p:spPr>
          <a:xfrm>
            <a:off x="205966" y="1752950"/>
            <a:ext cx="4810610" cy="29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La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courbe ROC 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évalue la capacité de discrimination des modèles, c’est-à-dire leur aptitude à distinguer les vrais billets des faux billets pour différents seuils de décision.</a:t>
            </a: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endParaRPr lang="fr-FR" sz="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On observe ici que toutes les courbes sont proches du coin supérieur gauche, traduisant une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excellente performance globale 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endParaRPr lang="fr-FR" sz="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285750">
              <a:lnSpc>
                <a:spcPct val="95000"/>
              </a:lnSpc>
              <a:buClr>
                <a:schemeClr val="tx2"/>
              </a:buClr>
              <a:buSzPts val="900"/>
              <a:buFont typeface="Wingdings" panose="05000000000000000000" pitchFamily="2" charset="2"/>
              <a:buChar char="ü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Les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AUC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 (Area Under the Curve) sont toutes très élevées, entre 0.982 pour le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KNN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 et 0.999 pour la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Régression Logistique et la Random Forest.</a:t>
            </a:r>
          </a:p>
          <a:p>
            <a:pPr marL="914400" lvl="1" indent="-285750">
              <a:lnSpc>
                <a:spcPct val="95000"/>
              </a:lnSpc>
              <a:buClr>
                <a:schemeClr val="tx2"/>
              </a:buClr>
              <a:buSzPts val="900"/>
              <a:buFont typeface="Wingdings" panose="05000000000000000000" pitchFamily="2" charset="2"/>
              <a:buChar char="ü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Une AUC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proche de 1 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indique que le modèle classe quasi parfaitement les observations entre les deux classes.</a:t>
            </a: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endParaRPr lang="fr-FR" sz="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sz="900" dirty="0">
                <a:latin typeface="Montserrat"/>
                <a:sym typeface="Montserrat"/>
              </a:rPr>
              <a:t>La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Régression Logistique et la Random Forest 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atteignent des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performances maximales 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et quasiment équivalentes, confirmant une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séparation linéaire très nette 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du jeu de données.</a:t>
            </a:r>
          </a:p>
          <a:p>
            <a:pPr marL="457200" lvl="0" indent="-2857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900"/>
              <a:buFont typeface="Montserrat"/>
              <a:buChar char="●"/>
            </a:pPr>
            <a:endParaRPr lang="fr-FR" sz="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Le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SVM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 obtient un score similaire (AUC = 0.998), tandis que le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KNN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 reste légèrement en retrait, ce qui s’explique par sa plus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forte sensibilité à la standardisation et à la densité locale des points.</a:t>
            </a:r>
            <a:endParaRPr sz="900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5727B1B-D323-19D8-63BE-8A473E1F4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048" y="1915293"/>
            <a:ext cx="3623760" cy="27479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2105425B-AC38-6BF8-187B-BBC407613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12334ca74_0_78">
            <a:extLst>
              <a:ext uri="{FF2B5EF4-FFF2-40B4-BE49-F238E27FC236}">
                <a16:creationId xmlns:a16="http://schemas.microsoft.com/office/drawing/2014/main" id="{544F8A22-A567-4AB5-0270-F3C0C7EEF615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612334ca74_0_78">
            <a:extLst>
              <a:ext uri="{FF2B5EF4-FFF2-40B4-BE49-F238E27FC236}">
                <a16:creationId xmlns:a16="http://schemas.microsoft.com/office/drawing/2014/main" id="{C720BB87-3428-EFE4-D50A-941B2E14D887}"/>
              </a:ext>
            </a:extLst>
          </p:cNvPr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Modèles de prédiction</a:t>
            </a:r>
            <a:endParaRPr sz="2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Comparaison métriques</a:t>
            </a:r>
            <a:endParaRPr sz="2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g3612334ca74_0_78">
            <a:extLst>
              <a:ext uri="{FF2B5EF4-FFF2-40B4-BE49-F238E27FC236}">
                <a16:creationId xmlns:a16="http://schemas.microsoft.com/office/drawing/2014/main" id="{2ED763D3-7FD8-D351-CDB3-2630B06BD48C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612334ca74_0_78">
            <a:extLst>
              <a:ext uri="{FF2B5EF4-FFF2-40B4-BE49-F238E27FC236}">
                <a16:creationId xmlns:a16="http://schemas.microsoft.com/office/drawing/2014/main" id="{619661E6-2E70-793D-94DB-FA2C267730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244" name="Google Shape;244;g3612334ca74_0_78">
            <a:extLst>
              <a:ext uri="{FF2B5EF4-FFF2-40B4-BE49-F238E27FC236}">
                <a16:creationId xmlns:a16="http://schemas.microsoft.com/office/drawing/2014/main" id="{4AD0F338-EEEC-DD5C-55EB-BC817761B12D}"/>
              </a:ext>
            </a:extLst>
          </p:cNvPr>
          <p:cNvSpPr txBox="1"/>
          <p:nvPr/>
        </p:nvSpPr>
        <p:spPr>
          <a:xfrm>
            <a:off x="205966" y="1752950"/>
            <a:ext cx="4810610" cy="281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Ce graphique compare les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performances des quatre modèles supervisés 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selon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cinq métriques clés 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900" dirty="0" err="1"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, Précision, Rappel, F1-score et AUC.</a:t>
            </a:r>
          </a:p>
          <a:p>
            <a:pPr marL="34290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endParaRPr lang="fr-FR" sz="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On observe des scores très élevés et homogènes pour l’ensemble des modèles (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tous supérieurs à 0.97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), ce qui traduit une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excellente qualité de prédiction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34290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endParaRPr lang="fr-FR" sz="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La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Régression Logistique 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affiche les meilleurs résultats globaux, notamment sur l’</a:t>
            </a:r>
            <a:r>
              <a:rPr lang="fr-FR" sz="900" dirty="0" err="1"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 et le F1-score, confirmant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son équilibre entre précision et rappel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34290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La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Random Forest et le SVM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 obtiennent des performances quasi identiques, légèrement inférieures mais toujours excellentes (AUC ≈ 0.999).</a:t>
            </a:r>
          </a:p>
          <a:p>
            <a:pPr marL="34290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Le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KNN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, bien que performant, montre une légère baisse sur l’AUC et la précision, souvent liée à sa sensibilité à la distance et à la densité locale des points.</a:t>
            </a:r>
          </a:p>
          <a:p>
            <a:pPr marL="342900" lvl="0" indent="-171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50000"/>
              <a:buFont typeface="Arial" panose="020B0604020202020204" pitchFamily="34" charset="0"/>
              <a:buChar char="•"/>
            </a:pPr>
            <a:endParaRPr lang="fr-FR" sz="9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50000"/>
            </a:pP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Ces résultats confirment la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stabilité du modèle de Régression Logistique 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dans ce contexte de données bien séparables, tout en validant la cohérence des autres approches supervisées.</a:t>
            </a:r>
            <a:endParaRPr sz="900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A00E2BF-7581-3F2C-30BD-7158F89EC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650" y="1911567"/>
            <a:ext cx="3718411" cy="263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12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7EFD026E-81B6-6CEF-3DEB-A831C9EBA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6fec01c7e_0_87">
            <a:extLst>
              <a:ext uri="{FF2B5EF4-FFF2-40B4-BE49-F238E27FC236}">
                <a16:creationId xmlns:a16="http://schemas.microsoft.com/office/drawing/2014/main" id="{3A3F04A7-2858-2750-CE5B-3E68890F699C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66fec01c7e_0_87">
            <a:extLst>
              <a:ext uri="{FF2B5EF4-FFF2-40B4-BE49-F238E27FC236}">
                <a16:creationId xmlns:a16="http://schemas.microsoft.com/office/drawing/2014/main" id="{EE9F8823-865A-2620-4E5E-1CD8F2BE08EF}"/>
              </a:ext>
            </a:extLst>
          </p:cNvPr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-FR" sz="2200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Comparatif des modèles </a:t>
            </a:r>
            <a:endParaRPr sz="2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1700" i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Hyperparamètrés et en pipeline</a:t>
            </a:r>
            <a:endParaRPr sz="2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g366fec01c7e_0_87">
            <a:extLst>
              <a:ext uri="{FF2B5EF4-FFF2-40B4-BE49-F238E27FC236}">
                <a16:creationId xmlns:a16="http://schemas.microsoft.com/office/drawing/2014/main" id="{1C3A2CE1-C838-A26B-F8D6-837F665B35E7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66fec01c7e_0_87">
            <a:extLst>
              <a:ext uri="{FF2B5EF4-FFF2-40B4-BE49-F238E27FC236}">
                <a16:creationId xmlns:a16="http://schemas.microsoft.com/office/drawing/2014/main" id="{514EEC39-A32B-1BDC-533D-DB3920EB4B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7BA6240-6AF6-A99B-0F62-A7738CCC2419}"/>
              </a:ext>
            </a:extLst>
          </p:cNvPr>
          <p:cNvSpPr txBox="1"/>
          <p:nvPr/>
        </p:nvSpPr>
        <p:spPr>
          <a:xfrm>
            <a:off x="733925" y="1692989"/>
            <a:ext cx="7676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92289">
              <a:lnSpc>
                <a:spcPct val="100000"/>
              </a:lnSpc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-FR" sz="900" b="1" u="sng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Objectif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 : Prédire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 si un billet est authentique (</a:t>
            </a:r>
            <a:r>
              <a:rPr lang="fr-FR" sz="900" dirty="0" err="1">
                <a:latin typeface="Montserrat"/>
                <a:ea typeface="Montserrat"/>
                <a:cs typeface="Montserrat"/>
                <a:sym typeface="Montserrat"/>
              </a:rPr>
              <a:t>True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) ou faux (False) à partir de ses caractéristiques physiques et statistiques, en </a:t>
            </a:r>
            <a:r>
              <a:rPr lang="fr-FR" sz="900" b="1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comparant plusieurs modèles de Machine Learning supervisés</a:t>
            </a:r>
            <a:r>
              <a:rPr lang="fr-FR" sz="900" dirty="0"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17AFF65-AF5F-472C-ED10-68F157922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524" y="2062321"/>
            <a:ext cx="5380221" cy="299449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682834F-503A-6A23-9DA8-47FDBC7BE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832" y="2241357"/>
            <a:ext cx="3449168" cy="234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96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6fec01c7e_0_7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5DC37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66fec01c7e_0_75"/>
          <p:cNvSpPr txBox="1"/>
          <p:nvPr/>
        </p:nvSpPr>
        <p:spPr>
          <a:xfrm>
            <a:off x="941350" y="233750"/>
            <a:ext cx="8520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fr" sz="2200" b="0" i="0" u="none" strike="noStrike" cap="none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Recommandations et conclusion</a:t>
            </a:r>
            <a:endParaRPr sz="2200" b="0" i="0" u="none" strike="noStrike" cap="none" dirty="0">
              <a:solidFill>
                <a:schemeClr val="tx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g366fec01c7e_0_7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66fec01c7e_0_75"/>
          <p:cNvSpPr txBox="1">
            <a:spLocks noGrp="1"/>
          </p:cNvSpPr>
          <p:nvPr>
            <p:ph type="body" idx="1"/>
          </p:nvPr>
        </p:nvSpPr>
        <p:spPr>
          <a:xfrm>
            <a:off x="178437" y="1428155"/>
            <a:ext cx="8108700" cy="30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64911" indent="0">
              <a:lnSpc>
                <a:spcPct val="100000"/>
              </a:lnSpc>
              <a:buClr>
                <a:schemeClr val="dk1"/>
              </a:buClr>
              <a:buSzPts val="1003"/>
              <a:buNone/>
            </a:pPr>
            <a:r>
              <a:rPr lang="fr-FR" sz="1003" i="1" u="sng" dirty="0">
                <a:solidFill>
                  <a:schemeClr val="tx2"/>
                </a:solidFill>
                <a:latin typeface="Montserrat"/>
              </a:rPr>
              <a:t>Conclusion</a:t>
            </a:r>
            <a:r>
              <a:rPr lang="fr-FR" sz="1003" dirty="0">
                <a:solidFill>
                  <a:schemeClr val="tx2"/>
                </a:solidFill>
                <a:latin typeface="Montserrat"/>
              </a:rPr>
              <a:t> :</a:t>
            </a:r>
          </a:p>
          <a:p>
            <a:pPr marL="164911" indent="0">
              <a:lnSpc>
                <a:spcPct val="100000"/>
              </a:lnSpc>
              <a:buClr>
                <a:schemeClr val="dk1"/>
              </a:buClr>
              <a:buSzPts val="1003"/>
              <a:buNone/>
            </a:pPr>
            <a:endParaRPr lang="fr-FR" sz="1003" b="1" dirty="0">
              <a:solidFill>
                <a:schemeClr val="tx2"/>
              </a:solidFill>
              <a:latin typeface="Montserrat"/>
            </a:endParaRPr>
          </a:p>
          <a:p>
            <a:pPr indent="-292289">
              <a:lnSpc>
                <a:spcPct val="100000"/>
              </a:lnSpc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-FR" sz="1003" dirty="0">
                <a:solidFill>
                  <a:schemeClr val="tx1"/>
                </a:solidFill>
                <a:latin typeface="Montserrat"/>
              </a:rPr>
              <a:t>Bien que certains modèles non linéaires comme le SVM ou le </a:t>
            </a:r>
            <a:r>
              <a:rPr lang="fr-FR" sz="1003" dirty="0" err="1">
                <a:solidFill>
                  <a:schemeClr val="tx1"/>
                </a:solidFill>
                <a:latin typeface="Montserrat"/>
              </a:rPr>
              <a:t>RandomForest</a:t>
            </a:r>
            <a:r>
              <a:rPr lang="fr-FR" sz="1003" dirty="0">
                <a:solidFill>
                  <a:schemeClr val="tx1"/>
                </a:solidFill>
                <a:latin typeface="Montserrat"/>
              </a:rPr>
              <a:t> offrent une légère supériorité en termes de performance brute (AUC ou F1), le choix d’une </a:t>
            </a:r>
            <a:r>
              <a:rPr lang="fr-FR" sz="1003" b="1" dirty="0">
                <a:solidFill>
                  <a:schemeClr val="tx2"/>
                </a:solidFill>
                <a:latin typeface="Montserrat"/>
              </a:rPr>
              <a:t>régression logistique </a:t>
            </a:r>
            <a:r>
              <a:rPr lang="fr-FR" sz="1003" dirty="0">
                <a:solidFill>
                  <a:schemeClr val="tx1"/>
                </a:solidFill>
                <a:latin typeface="Montserrat"/>
              </a:rPr>
              <a:t>s’impose ici par sa </a:t>
            </a:r>
            <a:r>
              <a:rPr lang="fr-FR" sz="1003" b="1" dirty="0">
                <a:solidFill>
                  <a:schemeClr val="tx2"/>
                </a:solidFill>
                <a:latin typeface="Montserrat"/>
              </a:rPr>
              <a:t>stabilité, sa simplicité d’implémentation et son interprétabilité</a:t>
            </a:r>
            <a:r>
              <a:rPr lang="fr-FR" sz="1003" dirty="0">
                <a:solidFill>
                  <a:schemeClr val="tx1"/>
                </a:solidFill>
                <a:latin typeface="Montserrat"/>
              </a:rPr>
              <a:t>.</a:t>
            </a:r>
          </a:p>
          <a:p>
            <a:pPr indent="-292289">
              <a:lnSpc>
                <a:spcPct val="100000"/>
              </a:lnSpc>
              <a:buClr>
                <a:schemeClr val="dk1"/>
              </a:buClr>
              <a:buSzPts val="1003"/>
              <a:buFont typeface="Montserrat"/>
              <a:buChar char="●"/>
            </a:pPr>
            <a:r>
              <a:rPr lang="fr-FR" sz="1003" dirty="0">
                <a:solidFill>
                  <a:schemeClr val="tx1"/>
                </a:solidFill>
                <a:latin typeface="Montserrat"/>
              </a:rPr>
              <a:t>Ce modèle constitue ainsi une base </a:t>
            </a:r>
            <a:r>
              <a:rPr lang="fr-FR" sz="1003" b="1" dirty="0" err="1">
                <a:solidFill>
                  <a:schemeClr val="tx2"/>
                </a:solidFill>
                <a:latin typeface="Montserrat"/>
              </a:rPr>
              <a:t>standardisable</a:t>
            </a:r>
            <a:r>
              <a:rPr lang="fr-FR" sz="1003" b="1" dirty="0">
                <a:solidFill>
                  <a:schemeClr val="tx2"/>
                </a:solidFill>
                <a:latin typeface="Montserrat"/>
              </a:rPr>
              <a:t> et réplicable</a:t>
            </a:r>
            <a:r>
              <a:rPr lang="fr-FR" sz="1003" dirty="0">
                <a:solidFill>
                  <a:schemeClr val="tx1"/>
                </a:solidFill>
                <a:latin typeface="Montserrat"/>
              </a:rPr>
              <a:t>, parfaitement adaptée à une chaîne de détection automatisée où la </a:t>
            </a:r>
            <a:r>
              <a:rPr lang="fr-FR" sz="1003" b="1" dirty="0">
                <a:solidFill>
                  <a:schemeClr val="tx2"/>
                </a:solidFill>
                <a:latin typeface="Montserrat"/>
              </a:rPr>
              <a:t>traçabilité des décisions </a:t>
            </a:r>
            <a:r>
              <a:rPr lang="fr-FR" sz="1003" dirty="0">
                <a:solidFill>
                  <a:schemeClr val="tx1"/>
                </a:solidFill>
                <a:latin typeface="Montserrat"/>
              </a:rPr>
              <a:t>et la </a:t>
            </a:r>
            <a:r>
              <a:rPr lang="fr-FR" sz="1003" b="1" dirty="0">
                <a:solidFill>
                  <a:schemeClr val="tx2"/>
                </a:solidFill>
                <a:latin typeface="Montserrat"/>
              </a:rPr>
              <a:t>transparence du modèle </a:t>
            </a:r>
            <a:r>
              <a:rPr lang="fr-FR" sz="1003" dirty="0">
                <a:solidFill>
                  <a:schemeClr val="tx1"/>
                </a:solidFill>
                <a:latin typeface="Montserrat"/>
              </a:rPr>
              <a:t>priment sur le gain marginal de performance.</a:t>
            </a:r>
            <a:r>
              <a:rPr lang="fr-FR" sz="1000" dirty="0">
                <a:solidFill>
                  <a:schemeClr val="tx1"/>
                </a:solidFill>
                <a:latin typeface="Montserrat"/>
              </a:rPr>
              <a:t>.</a:t>
            </a:r>
          </a:p>
          <a:p>
            <a:pPr marL="164911" indent="0">
              <a:lnSpc>
                <a:spcPct val="100000"/>
              </a:lnSpc>
              <a:buClr>
                <a:schemeClr val="dk1"/>
              </a:buClr>
              <a:buSzPts val="1003"/>
              <a:buNone/>
            </a:pPr>
            <a:endParaRPr lang="fr-FR" sz="1003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64911" indent="0">
              <a:lnSpc>
                <a:spcPct val="100000"/>
              </a:lnSpc>
              <a:buClr>
                <a:schemeClr val="dk1"/>
              </a:buClr>
              <a:buSzPts val="1003"/>
              <a:buNone/>
            </a:pPr>
            <a:r>
              <a:rPr lang="fr-FR" sz="1003" i="1" u="sng" dirty="0">
                <a:solidFill>
                  <a:schemeClr val="tx2"/>
                </a:solidFill>
                <a:latin typeface="Montserrat"/>
                <a:ea typeface="Montserrat"/>
                <a:cs typeface="Montserrat"/>
                <a:sym typeface="Montserrat"/>
              </a:rPr>
              <a:t>Pour une mise en production </a:t>
            </a:r>
            <a:r>
              <a:rPr lang="fr-FR" sz="1003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fr-FR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Nous retiendrons la </a:t>
            </a:r>
            <a:r>
              <a:rPr lang="fr-FR" sz="1000" b="1" dirty="0">
                <a:solidFill>
                  <a:schemeClr val="tx2"/>
                </a:solidFill>
                <a:latin typeface="Montserrat"/>
              </a:rPr>
              <a:t>Régression Logistique optimisée</a:t>
            </a:r>
            <a:r>
              <a:rPr lang="fr-FR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pour l’ensemble des futurs tests de prédictions</a:t>
            </a:r>
            <a:endParaRPr lang="fr-FR" sz="1000" b="1" dirty="0">
              <a:solidFill>
                <a:schemeClr val="tx2"/>
              </a:solidFill>
              <a:latin typeface="Montserrat"/>
              <a:sym typeface="Montserrat"/>
            </a:endParaRPr>
          </a:p>
          <a:p>
            <a:pPr marL="16491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None/>
            </a:pPr>
            <a:endParaRPr lang="fr-FR" sz="1003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6491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3"/>
              <a:buNone/>
            </a:pPr>
            <a:endParaRPr lang="fr-FR" sz="1003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g366fec01c7e_0_7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7782B6F-A8ED-954B-09CC-46E5DB9EF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37" y="3274143"/>
            <a:ext cx="3745318" cy="168975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14177E5-7DF4-82CE-7BA0-FD22FDA2B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787" y="3274143"/>
            <a:ext cx="4514021" cy="286856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le d’ions">
  <a:themeElements>
    <a:clrScheme name="Salle d’ions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Salle d’ions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le d’ions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37789</TotalTime>
  <Words>2723</Words>
  <Application>Microsoft Office PowerPoint</Application>
  <PresentationFormat>Affichage à l'écran (16:9)</PresentationFormat>
  <Paragraphs>319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7" baseType="lpstr">
      <vt:lpstr>Montserrat</vt:lpstr>
      <vt:lpstr>Wingdings 3</vt:lpstr>
      <vt:lpstr>Courier New</vt:lpstr>
      <vt:lpstr>Century Gothic</vt:lpstr>
      <vt:lpstr>Wingdings</vt:lpstr>
      <vt:lpstr>Arial</vt:lpstr>
      <vt:lpstr>Salle d’ions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 DUFOUR</dc:creator>
  <cp:lastModifiedBy>David DUFOUR</cp:lastModifiedBy>
  <cp:revision>2</cp:revision>
  <dcterms:modified xsi:type="dcterms:W3CDTF">2025-10-16T00:54:39Z</dcterms:modified>
</cp:coreProperties>
</file>